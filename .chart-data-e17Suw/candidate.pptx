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gif" ContentType="image/gif"/>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f9c208457a0461d" /><Relationship Type="http://schemas.openxmlformats.org/officeDocument/2006/relationships/extended-properties" Target="/docProps/app.xml" Id="R96bcc5f426ec459e" /><Relationship Type="http://schemas.openxmlformats.org/officeDocument/2006/relationships/officeDocument" Target="/ppt/presentation.xml" Id="R77afd877b4fd4b51" /></Relationships>
</file>

<file path=ppt/presentation.xml><?xml version="1.0" encoding="utf-8"?>
<p:presentation xmlns:p="http://schemas.openxmlformats.org/presentationml/2006/main">
  <p:sldMasterIdLst>
    <p:sldMasterId xmlns:r="http://schemas.openxmlformats.org/officeDocument/2006/relationships" id="2147483648" r:id="R9dee45afa2b74386"/>
  </p:sldMasterIdLst>
  <p:notesMasterIdLst>
    <p:notesMasterId xmlns:r="http://schemas.openxmlformats.org/officeDocument/2006/relationships" r:id="Ra82a68f6ad9f4d15"/>
  </p:notesMasterIdLst>
  <p:sldIdLst>
    <p:sldId xmlns:r="http://schemas.openxmlformats.org/officeDocument/2006/relationships" id="256" r:id="R23c1f829f12a46e5"/>
    <p:sldId xmlns:r="http://schemas.openxmlformats.org/officeDocument/2006/relationships" id="257" r:id="Re63dfaba179240a0"/>
    <p:sldId xmlns:r="http://schemas.openxmlformats.org/officeDocument/2006/relationships" id="258" r:id="Rfddd5913c85848af"/>
    <p:sldId xmlns:r="http://schemas.openxmlformats.org/officeDocument/2006/relationships" id="259" r:id="R44ffa158b8c440ac"/>
    <p:sldId xmlns:r="http://schemas.openxmlformats.org/officeDocument/2006/relationships" id="260" r:id="R548211df59fb489b"/>
    <p:sldId xmlns:r="http://schemas.openxmlformats.org/officeDocument/2006/relationships" id="261" r:id="R0b1829f27aa8491c"/>
    <p:sldId xmlns:r="http://schemas.openxmlformats.org/officeDocument/2006/relationships" id="262" r:id="Red8e9f8e783c4511"/>
    <p:sldId xmlns:r="http://schemas.openxmlformats.org/officeDocument/2006/relationships" id="263" r:id="R172db8642d574be2"/>
    <p:sldId xmlns:r="http://schemas.openxmlformats.org/officeDocument/2006/relationships" id="264" r:id="R4920a4eee4fc425c"/>
    <p:sldId xmlns:r="http://schemas.openxmlformats.org/officeDocument/2006/relationships" id="265" r:id="R90c81997c624401d"/>
    <p:sldId xmlns:r="http://schemas.openxmlformats.org/officeDocument/2006/relationships" id="266" r:id="Rf3951407a769483c"/>
    <p:sldId xmlns:r="http://schemas.openxmlformats.org/officeDocument/2006/relationships" id="267" r:id="R774ee89f01de4dca"/>
    <p:sldId xmlns:r="http://schemas.openxmlformats.org/officeDocument/2006/relationships" id="268" r:id="Rae6e904e4d1f409a"/>
    <p:sldId xmlns:r="http://schemas.openxmlformats.org/officeDocument/2006/relationships" id="269" r:id="R599e6228c095473c"/>
    <p:sldId xmlns:r="http://schemas.openxmlformats.org/officeDocument/2006/relationships" id="270" r:id="R590d3d2b08ff4a54"/>
    <p:sldId xmlns:r="http://schemas.openxmlformats.org/officeDocument/2006/relationships" id="271" r:id="Rfbdd2c6791874aca"/>
    <p:sldId xmlns:r="http://schemas.openxmlformats.org/officeDocument/2006/relationships" id="272" r:id="R83d388730e9e4135"/>
    <p:sldId xmlns:r="http://schemas.openxmlformats.org/officeDocument/2006/relationships" id="273" r:id="Rd9ec7fdad4a4408e"/>
    <p:sldId xmlns:r="http://schemas.openxmlformats.org/officeDocument/2006/relationships" id="274" r:id="Raca4bc4f12434d66"/>
    <p:sldId xmlns:r="http://schemas.openxmlformats.org/officeDocument/2006/relationships" id="275" r:id="Rd22d908009524a3d"/>
    <p:sldId xmlns:r="http://schemas.openxmlformats.org/officeDocument/2006/relationships" id="276" r:id="Rabf25334fa2b49fc"/>
    <p:sldId xmlns:r="http://schemas.openxmlformats.org/officeDocument/2006/relationships" id="277" r:id="R15d5c5d0e1914ca4"/>
    <p:sldId xmlns:r="http://schemas.openxmlformats.org/officeDocument/2006/relationships" id="278" r:id="Rb1067eec5d7e4ab9"/>
    <p:sldId xmlns:r="http://schemas.openxmlformats.org/officeDocument/2006/relationships" id="279" r:id="R9afffadf9ac341f0"/>
    <p:sldId xmlns:r="http://schemas.openxmlformats.org/officeDocument/2006/relationships" id="280" r:id="R616dd88b15f64d67"/>
    <p:sldId xmlns:r="http://schemas.openxmlformats.org/officeDocument/2006/relationships" id="281" r:id="Ra3ae15e72a294f12"/>
    <p:sldId xmlns:r="http://schemas.openxmlformats.org/officeDocument/2006/relationships" id="282" r:id="R3d429f080cda4126"/>
    <p:sldId xmlns:r="http://schemas.openxmlformats.org/officeDocument/2006/relationships" id="283" r:id="Re84a62dc423d43e7"/>
    <p:sldId xmlns:r="http://schemas.openxmlformats.org/officeDocument/2006/relationships" id="284" r:id="Rad5c0e28ac154966"/>
    <p:sldId xmlns:r="http://schemas.openxmlformats.org/officeDocument/2006/relationships" id="285" r:id="R6905ae89ebed4a84"/>
    <p:sldId xmlns:r="http://schemas.openxmlformats.org/officeDocument/2006/relationships" id="286" r:id="R5070fcb81d5f45c5"/>
    <p:sldId xmlns:r="http://schemas.openxmlformats.org/officeDocument/2006/relationships" id="287" r:id="R0045e55b2fb2434b"/>
    <p:sldId xmlns:r="http://schemas.openxmlformats.org/officeDocument/2006/relationships" id="288" r:id="Rcd54e6ec31fe439e"/>
    <p:sldId xmlns:r="http://schemas.openxmlformats.org/officeDocument/2006/relationships" id="289" r:id="R6d3aabc83f124022"/>
    <p:sldId xmlns:r="http://schemas.openxmlformats.org/officeDocument/2006/relationships" id="290" r:id="Rfabec3556e0a4f3a"/>
    <p:sldId xmlns:r="http://schemas.openxmlformats.org/officeDocument/2006/relationships" id="291" r:id="Rdda46bccde8f4ab9"/>
    <p:sldId xmlns:r="http://schemas.openxmlformats.org/officeDocument/2006/relationships" id="292" r:id="R03bfc148118947c0"/>
    <p:sldId xmlns:r="http://schemas.openxmlformats.org/officeDocument/2006/relationships" id="293" r:id="Rff6e93a8fdbf4b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14d400aea942d0" /><Relationship Type="http://schemas.openxmlformats.org/officeDocument/2006/relationships/slideMaster" Target="/ppt/slideMasters/slideMaster1.xml" Id="R9dee45afa2b74386" /><Relationship Type="http://schemas.openxmlformats.org/officeDocument/2006/relationships/notesMaster" Target="/ppt/notesMasters/notesMaster1.xml" Id="Ra82a68f6ad9f4d15" /><Relationship Type="http://schemas.openxmlformats.org/officeDocument/2006/relationships/presProps" Target="/ppt/presProps.xml" Id="R15712e06fde74595" /><Relationship Type="http://schemas.openxmlformats.org/officeDocument/2006/relationships/tableStyles" Target="/ppt/tableStyles.xml" Id="Rb877448e9efd46de" /><Relationship Type="http://schemas.openxmlformats.org/officeDocument/2006/relationships/slide" Target="/ppt/slides/slide1.xml" Id="R23c1f829f12a46e5" /><Relationship Type="http://schemas.openxmlformats.org/officeDocument/2006/relationships/slide" Target="/ppt/slides/slide2.xml" Id="Re63dfaba179240a0" /><Relationship Type="http://schemas.openxmlformats.org/officeDocument/2006/relationships/slide" Target="/ppt/slides/slide3.xml" Id="Rfddd5913c85848af" /><Relationship Type="http://schemas.openxmlformats.org/officeDocument/2006/relationships/slide" Target="/ppt/slides/slide4.xml" Id="R44ffa158b8c440ac" /><Relationship Type="http://schemas.openxmlformats.org/officeDocument/2006/relationships/slide" Target="/ppt/slides/slide5.xml" Id="R548211df59fb489b" /><Relationship Type="http://schemas.openxmlformats.org/officeDocument/2006/relationships/slide" Target="/ppt/slides/slide6.xml" Id="R0b1829f27aa8491c" /><Relationship Type="http://schemas.openxmlformats.org/officeDocument/2006/relationships/slide" Target="/ppt/slides/slide7.xml" Id="Red8e9f8e783c4511" /><Relationship Type="http://schemas.openxmlformats.org/officeDocument/2006/relationships/slide" Target="/ppt/slides/slide8.xml" Id="R172db8642d574be2" /><Relationship Type="http://schemas.openxmlformats.org/officeDocument/2006/relationships/slide" Target="/ppt/slides/slide9.xml" Id="R4920a4eee4fc425c" /><Relationship Type="http://schemas.openxmlformats.org/officeDocument/2006/relationships/slide" Target="/ppt/slides/slide10.xml" Id="R90c81997c624401d" /><Relationship Type="http://schemas.openxmlformats.org/officeDocument/2006/relationships/slide" Target="/ppt/slides/slide11.xml" Id="Rf3951407a769483c" /><Relationship Type="http://schemas.openxmlformats.org/officeDocument/2006/relationships/slide" Target="/ppt/slides/slide12.xml" Id="R774ee89f01de4dca" /><Relationship Type="http://schemas.openxmlformats.org/officeDocument/2006/relationships/slide" Target="/ppt/slides/slide13.xml" Id="Rae6e904e4d1f409a" /><Relationship Type="http://schemas.openxmlformats.org/officeDocument/2006/relationships/slide" Target="/ppt/slides/slide14.xml" Id="R599e6228c095473c" /><Relationship Type="http://schemas.openxmlformats.org/officeDocument/2006/relationships/slide" Target="/ppt/slides/slide15.xml" Id="R590d3d2b08ff4a54" /><Relationship Type="http://schemas.openxmlformats.org/officeDocument/2006/relationships/slide" Target="/ppt/slides/slide16.xml" Id="Rfbdd2c6791874aca" /><Relationship Type="http://schemas.openxmlformats.org/officeDocument/2006/relationships/slide" Target="/ppt/slides/slide17.xml" Id="R83d388730e9e4135" /><Relationship Type="http://schemas.openxmlformats.org/officeDocument/2006/relationships/slide" Target="/ppt/slides/slide18.xml" Id="Rd9ec7fdad4a4408e" /><Relationship Type="http://schemas.openxmlformats.org/officeDocument/2006/relationships/slide" Target="/ppt/slides/slide19.xml" Id="Raca4bc4f12434d66" /><Relationship Type="http://schemas.openxmlformats.org/officeDocument/2006/relationships/slide" Target="/ppt/slides/slide20.xml" Id="Rd22d908009524a3d" /><Relationship Type="http://schemas.openxmlformats.org/officeDocument/2006/relationships/slide" Target="/ppt/slides/slide21.xml" Id="Rabf25334fa2b49fc" /><Relationship Type="http://schemas.openxmlformats.org/officeDocument/2006/relationships/slide" Target="/ppt/slides/slide22.xml" Id="R15d5c5d0e1914ca4" /><Relationship Type="http://schemas.openxmlformats.org/officeDocument/2006/relationships/slide" Target="/ppt/slides/slide23.xml" Id="Rb1067eec5d7e4ab9" /><Relationship Type="http://schemas.openxmlformats.org/officeDocument/2006/relationships/slide" Target="/ppt/slides/slide24.xml" Id="R9afffadf9ac341f0" /><Relationship Type="http://schemas.openxmlformats.org/officeDocument/2006/relationships/slide" Target="/ppt/slides/slide25.xml" Id="R616dd88b15f64d67" /><Relationship Type="http://schemas.openxmlformats.org/officeDocument/2006/relationships/slide" Target="/ppt/slides/slide26.xml" Id="Ra3ae15e72a294f12" /><Relationship Type="http://schemas.openxmlformats.org/officeDocument/2006/relationships/slide" Target="/ppt/slides/slide27.xml" Id="R3d429f080cda4126" /><Relationship Type="http://schemas.openxmlformats.org/officeDocument/2006/relationships/slide" Target="/ppt/slides/slide28.xml" Id="Re84a62dc423d43e7" /><Relationship Type="http://schemas.openxmlformats.org/officeDocument/2006/relationships/slide" Target="/ppt/slides/slide29.xml" Id="Rad5c0e28ac154966" /><Relationship Type="http://schemas.openxmlformats.org/officeDocument/2006/relationships/slide" Target="/ppt/slides/slide30.xml" Id="R6905ae89ebed4a84" /><Relationship Type="http://schemas.openxmlformats.org/officeDocument/2006/relationships/slide" Target="/ppt/slides/slide31.xml" Id="R5070fcb81d5f45c5" /><Relationship Type="http://schemas.openxmlformats.org/officeDocument/2006/relationships/slide" Target="/ppt/slides/slide32.xml" Id="R0045e55b2fb2434b" /><Relationship Type="http://schemas.openxmlformats.org/officeDocument/2006/relationships/slide" Target="/ppt/slides/slide33.xml" Id="Rcd54e6ec31fe439e" /><Relationship Type="http://schemas.openxmlformats.org/officeDocument/2006/relationships/slide" Target="/ppt/slides/slide34.xml" Id="R6d3aabc83f124022" /><Relationship Type="http://schemas.openxmlformats.org/officeDocument/2006/relationships/slide" Target="/ppt/slides/slide35.xml" Id="Rfabec3556e0a4f3a" /><Relationship Type="http://schemas.openxmlformats.org/officeDocument/2006/relationships/slide" Target="/ppt/slides/slide36.xml" Id="Rdda46bccde8f4ab9" /><Relationship Type="http://schemas.openxmlformats.org/officeDocument/2006/relationships/slide" Target="/ppt/slides/slide37.xml" Id="R03bfc148118947c0" /><Relationship Type="http://schemas.openxmlformats.org/officeDocument/2006/relationships/slide" Target="/ppt/slides/slide38.xml" Id="Rff6e93a8fdbf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c3ce58484141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accefd227148f1" /><Relationship Type="http://schemas.openxmlformats.org/officeDocument/2006/relationships/notesMaster" Target="/ppt/notesMasters/notesMaster1.xml" Id="Rc9c4ce3fd89f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98e60e31664d13" /><Relationship Type="http://schemas.openxmlformats.org/officeDocument/2006/relationships/notesMaster" Target="/ppt/notesMasters/notesMaster1.xml" Id="Rdb3eb8d186f449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fc3c9b3d840ef" /><Relationship Type="http://schemas.openxmlformats.org/officeDocument/2006/relationships/notesMaster" Target="/ppt/notesMasters/notesMaster1.xml" Id="R070034ed69dc4f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6d139934314b70" /><Relationship Type="http://schemas.openxmlformats.org/officeDocument/2006/relationships/notesMaster" Target="/ppt/notesMasters/notesMaster1.xml" Id="Rffd909935949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5eb8e7424449b2" /><Relationship Type="http://schemas.openxmlformats.org/officeDocument/2006/relationships/notesMaster" Target="/ppt/notesMasters/notesMaster1.xml" Id="Re28ccfacdd43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44a719599c405c" /><Relationship Type="http://schemas.openxmlformats.org/officeDocument/2006/relationships/notesMaster" Target="/ppt/notesMasters/notesMaster1.xml" Id="R331fb9fe75f94d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8692e7cdf47c1" /><Relationship Type="http://schemas.openxmlformats.org/officeDocument/2006/relationships/notesMaster" Target="/ppt/notesMasters/notesMaster1.xml" Id="Rfb9d06883c4e49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126beccb3141b7" /><Relationship Type="http://schemas.openxmlformats.org/officeDocument/2006/relationships/notesMaster" Target="/ppt/notesMasters/notesMaster1.xml" Id="R93bdee7947244e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6c41a2ff574c78" /><Relationship Type="http://schemas.openxmlformats.org/officeDocument/2006/relationships/notesMaster" Target="/ppt/notesMasters/notesMaster1.xml" Id="R9dfc5925377348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21cbe3e6724594" /><Relationship Type="http://schemas.openxmlformats.org/officeDocument/2006/relationships/notesMaster" Target="/ppt/notesMasters/notesMaster1.xml" Id="R30dda4eac82d4f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54ba9523c54557" /><Relationship Type="http://schemas.openxmlformats.org/officeDocument/2006/relationships/notesMaster" Target="/ppt/notesMasters/notesMaster1.xml" Id="Rfa68c882a3094c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ebcaee70d8441c" /><Relationship Type="http://schemas.openxmlformats.org/officeDocument/2006/relationships/notesMaster" Target="/ppt/notesMasters/notesMaster1.xml" Id="R6cbe833f0a154e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0320a235054794" /><Relationship Type="http://schemas.openxmlformats.org/officeDocument/2006/relationships/notesMaster" Target="/ppt/notesMasters/notesMaster1.xml" Id="R7f5b8045d92c4e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7d918437ab4cbf" /><Relationship Type="http://schemas.openxmlformats.org/officeDocument/2006/relationships/notesMaster" Target="/ppt/notesMasters/notesMaster1.xml" Id="R51480a8ae3a74b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aff977b5744524" /><Relationship Type="http://schemas.openxmlformats.org/officeDocument/2006/relationships/notesMaster" Target="/ppt/notesMasters/notesMaster1.xml" Id="Ra50d9600a79b42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e34faf67954458" /><Relationship Type="http://schemas.openxmlformats.org/officeDocument/2006/relationships/notesMaster" Target="/ppt/notesMasters/notesMaster1.xml" Id="R3c27ccc662d043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e4617c73b74d79" /><Relationship Type="http://schemas.openxmlformats.org/officeDocument/2006/relationships/notesMaster" Target="/ppt/notesMasters/notesMaster1.xml" Id="Rf565ea475dce4c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b54a6925e44446" /><Relationship Type="http://schemas.openxmlformats.org/officeDocument/2006/relationships/notesMaster" Target="/ppt/notesMasters/notesMaster1.xml" Id="Rb4fec2acb3e0429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3c0677c2c442d3" /><Relationship Type="http://schemas.openxmlformats.org/officeDocument/2006/relationships/notesMaster" Target="/ppt/notesMasters/notesMaster1.xml" Id="R5067345c06474d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a05e1c36d248cf" /><Relationship Type="http://schemas.openxmlformats.org/officeDocument/2006/relationships/notesMaster" Target="/ppt/notesMasters/notesMaster1.xml" Id="R293c1a96a8c04e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4dbac94f3c4982" /><Relationship Type="http://schemas.openxmlformats.org/officeDocument/2006/relationships/notesMaster" Target="/ppt/notesMasters/notesMaster1.xml" Id="R7c7fe3bce35142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4740ecff9a4198" /><Relationship Type="http://schemas.openxmlformats.org/officeDocument/2006/relationships/notesMaster" Target="/ppt/notesMasters/notesMaster1.xml" Id="R3d8517f23b4844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953f39ea7d4289" /><Relationship Type="http://schemas.openxmlformats.org/officeDocument/2006/relationships/notesMaster" Target="/ppt/notesMasters/notesMaster1.xml" Id="R515a60e6d6fb44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bfaa6da41d45d9" /><Relationship Type="http://schemas.openxmlformats.org/officeDocument/2006/relationships/notesMaster" Target="/ppt/notesMasters/notesMaster1.xml" Id="R88a2460099ab45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2e7adb1561463b" /><Relationship Type="http://schemas.openxmlformats.org/officeDocument/2006/relationships/notesMaster" Target="/ppt/notesMasters/notesMaster1.xml" Id="R77860c7902ae44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bd208769aa4277" /><Relationship Type="http://schemas.openxmlformats.org/officeDocument/2006/relationships/notesMaster" Target="/ppt/notesMasters/notesMaster1.xml" Id="Ra7be542b8f4242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60d07b7bc14f84" /><Relationship Type="http://schemas.openxmlformats.org/officeDocument/2006/relationships/notesMaster" Target="/ppt/notesMasters/notesMaster1.xml" Id="Raf4905d66c4041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e412612a104179" /><Relationship Type="http://schemas.openxmlformats.org/officeDocument/2006/relationships/notesMaster" Target="/ppt/notesMasters/notesMaster1.xml" Id="Ra403e9205f64428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d5d401b1ed44d35" /><Relationship Type="http://schemas.openxmlformats.org/officeDocument/2006/relationships/notesMaster" Target="/ppt/notesMasters/notesMaster1.xml" Id="Rff80c25a87254c2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d17b6d01fc241ff" /><Relationship Type="http://schemas.openxmlformats.org/officeDocument/2006/relationships/notesMaster" Target="/ppt/notesMasters/notesMaster1.xml" Id="R1e14bb21b5104c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7d1ac1d3fa4343" /><Relationship Type="http://schemas.openxmlformats.org/officeDocument/2006/relationships/notesMaster" Target="/ppt/notesMasters/notesMaster1.xml" Id="R75fdf862298440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4f142bf82b4133" /><Relationship Type="http://schemas.openxmlformats.org/officeDocument/2006/relationships/notesMaster" Target="/ppt/notesMasters/notesMaster1.xml" Id="R54ec25b3b6664e8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fe0f95432e411e" /><Relationship Type="http://schemas.openxmlformats.org/officeDocument/2006/relationships/notesMaster" Target="/ppt/notesMasters/notesMaster1.xml" Id="R85c255db18ac44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20d1f07589846a6" /><Relationship Type="http://schemas.openxmlformats.org/officeDocument/2006/relationships/notesMaster" Target="/ppt/notesMasters/notesMaster1.xml" Id="R16f5f309c73743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5430314c75140cf" /><Relationship Type="http://schemas.openxmlformats.org/officeDocument/2006/relationships/notesMaster" Target="/ppt/notesMasters/notesMaster1.xml" Id="R6ef729c1042d4bb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731326218564a56" /><Relationship Type="http://schemas.openxmlformats.org/officeDocument/2006/relationships/notesMaster" Target="/ppt/notesMasters/notesMaster1.xml" Id="Ra31bf07b410541d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128bf42e5747b5" /><Relationship Type="http://schemas.openxmlformats.org/officeDocument/2006/relationships/notesMaster" Target="/ppt/notesMasters/notesMaster1.xml" Id="Rc636080195a14d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acfe2d20fe4204" /><Relationship Type="http://schemas.openxmlformats.org/officeDocument/2006/relationships/notesMaster" Target="/ppt/notesMasters/notesMaster1.xml" Id="R7726174ffbfb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하단에는 섹션 이름과 전체 슬라이드 번호가 있습니다. 상세 코드 질문은 각 페이지의 발표자 노트를 참고합니다.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C:/Users/Admin/mbca/TP2-3/frontend/src/components/RegionWorkspacePicker.jsx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C:/Users/Admin/mbca/TP2-3/ai_server/ml/region_registry.py</a:t>
            </a:r>
          </a:p>
          <a:p xmlns:a="http://schemas.openxmlformats.org/drawingml/2006/main">
            <a:r>
              <a:t>C:/Users/Admin/mbca/TP2-3/frontend/src/pages/TourismDashboardPage.jsx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TourismMonthlyTrendChart는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C:/Users/Admin/mbca/TP2-3/ai_server/ml/planning_evidence.py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대시보드에서 선택한 지역 코드는 다음 기획 폼의 초기값으로 이어집니다. TourismPlanningPage의 guided 입력은 planning_brief로 생성 작업 API에 전달됩니다. 서버는 browser에 그려진 숫자나 스크린샷을 신뢰해 재사용하지 않고 해당 지역 원자료 snapshot과 저장 ML의 planning evidence를 요청에 맞춰 구성합니다. 실제 입력 묶음은 관측 사실, ml_analysis, planning_brief, 공식 근거로 분리됩니다. Evidence/CaseStudy가 준비한 자료를 Qwen 후보 비교와 Gemma 작성에 전달하고 코드/모델 검토를 거쳐 사용자에게 보여 줍니다. 사람은 입력과 수정·저장을 선택하고 Python은 조회·계산·허용 도구 실행을 담당합니다. 이 구분이 UI의 흐름과 AI의 내부 흐름이 연결되는 지점입니다.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C:/Users/Admin/mbca/TP2-3/ai_server/app/agents/report_orchestrator.py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138e10999c40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7b1acf63c8432a" /><Relationship Type="http://schemas.openxmlformats.org/officeDocument/2006/relationships/slideLayout" Target="/ppt/slideLayouts/slideLayout1.xml" Id="Rabf80fce6032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80fce6032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42b47c0fbd4ea3" /><Relationship Type="http://schemas.openxmlformats.org/officeDocument/2006/relationships/image" Target="/ppt/media/image.png" Id="R9ed06e3c6825408d" /><Relationship Type="http://schemas.openxmlformats.org/officeDocument/2006/relationships/notesSlide" Target="/ppt/notesSlides/notesSlide1.xml" Id="Rac05913df38041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5aba9d4b9840e6" /><Relationship Type="http://schemas.openxmlformats.org/officeDocument/2006/relationships/notesSlide" Target="/ppt/notesSlides/notesSlide2.xml" Id="Rcb4d8a7e1831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384b3c49de4ff1" /><Relationship Type="http://schemas.openxmlformats.org/officeDocument/2006/relationships/notesSlide" Target="/ppt/notesSlides/notesSlide3.xml" Id="Re20fcf085efb4733"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8b8d9a747734495"/><Relationship Type="http://schemas.openxmlformats.org/officeDocument/2006/relationships/image" Target="../media/home_workflow.gif" Id="Re0183ff629da4a13"/><Relationship Type="http://schemas.openxmlformats.org/officeDocument/2006/relationships/notesSlide" Target="/ppt/notesSlides/notesSlide4.xml" Id="R0b05060499de49f9"/></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3f1da6a10d41b9" /><Relationship Type="http://schemas.openxmlformats.org/officeDocument/2006/relationships/image" Target="/ppt/media/image3.png" Id="R3d07bb5680c64ed5" /><Relationship Type="http://schemas.openxmlformats.org/officeDocument/2006/relationships/notesSlide" Target="/ppt/notesSlides/notesSlide5.xml" Id="R29c3cdc86bff4e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4ccbcc279d4326" /><Relationship Type="http://schemas.openxmlformats.org/officeDocument/2006/relationships/image" Target="/ppt/media/image4.png" Id="Rc1d805ef80b74d31" /><Relationship Type="http://schemas.openxmlformats.org/officeDocument/2006/relationships/notesSlide" Target="/ppt/notesSlides/notesSlide6.xml" Id="Raa9084b4310540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82145ec7c745ec" /><Relationship Type="http://schemas.openxmlformats.org/officeDocument/2006/relationships/image" Target="/ppt/media/image5.png" Id="Rce483752a6e84d5b" /><Relationship Type="http://schemas.openxmlformats.org/officeDocument/2006/relationships/notesSlide" Target="/ppt/notesSlides/notesSlide7.xml" Id="R86e4322417944b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f97dc7f9aa47e0" /><Relationship Type="http://schemas.openxmlformats.org/officeDocument/2006/relationships/image" Target="/ppt/media/image6.png" Id="R3b8e0524dc91431a" /><Relationship Type="http://schemas.openxmlformats.org/officeDocument/2006/relationships/notesSlide" Target="/ppt/notesSlides/notesSlide8.xml" Id="R1f2a9f284e654a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0bda14081a499e" /><Relationship Type="http://schemas.openxmlformats.org/officeDocument/2006/relationships/image" Target="/ppt/media/image7.png" Id="Rcb888f7ac31c40da" /><Relationship Type="http://schemas.openxmlformats.org/officeDocument/2006/relationships/notesSlide" Target="/ppt/notesSlides/notesSlide9.xml" Id="Rc7b0110fa6994b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421e3bc30b4437" /><Relationship Type="http://schemas.openxmlformats.org/officeDocument/2006/relationships/image" Target="/ppt/media/image8.png" Id="Rf82a261ec61443a5" /><Relationship Type="http://schemas.openxmlformats.org/officeDocument/2006/relationships/notesSlide" Target="/ppt/notesSlides/notesSlide10.xml" Id="Rf865be9188aa47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9a972db69d46b6" /><Relationship Type="http://schemas.openxmlformats.org/officeDocument/2006/relationships/notesSlide" Target="/ppt/notesSlides/notesSlide11.xml" Id="R45367702812143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5857133fea4823" /><Relationship Type="http://schemas.openxmlformats.org/officeDocument/2006/relationships/notesSlide" Target="/ppt/notesSlides/notesSlide12.xml" Id="Rf3527682eecd4d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1946d2effb4116" /><Relationship Type="http://schemas.openxmlformats.org/officeDocument/2006/relationships/notesSlide" Target="/ppt/notesSlides/notesSlide13.xml" Id="Ree97b8e835c241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f2980b430f4f7d" /><Relationship Type="http://schemas.openxmlformats.org/officeDocument/2006/relationships/notesSlide" Target="/ppt/notesSlides/notesSlide14.xml" Id="Rccd08c96f35a48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f324f260e14bf9" /><Relationship Type="http://schemas.openxmlformats.org/officeDocument/2006/relationships/notesSlide" Target="/ppt/notesSlides/notesSlide15.xml" Id="Rf4e2614a087d4f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fe1089756d452f" /><Relationship Type="http://schemas.openxmlformats.org/officeDocument/2006/relationships/notesSlide" Target="/ppt/notesSlides/notesSlide16.xml" Id="R9045e83da5d04e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7c37e76a84c57" /><Relationship Type="http://schemas.openxmlformats.org/officeDocument/2006/relationships/notesSlide" Target="/ppt/notesSlides/notesSlide17.xml" Id="Rb79462e1be294e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90b1bfd866f4b85" /><Relationship Type="http://schemas.openxmlformats.org/officeDocument/2006/relationships/notesSlide" Target="/ppt/notesSlides/notesSlide18.xml" Id="Re288caac88c242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430434083c7439a" /><Relationship Type="http://schemas.openxmlformats.org/officeDocument/2006/relationships/chart" Target="/ppt/slides/charts/chart1.xml" Id="R5d1b48e8b0a04022" /><Relationship Type="http://schemas.openxmlformats.org/officeDocument/2006/relationships/notesSlide" Target="/ppt/notesSlides/notesSlide19.xml" Id="R0bc3badee2644b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5ca8f612844b2e" /><Relationship Type="http://schemas.openxmlformats.org/officeDocument/2006/relationships/notesSlide" Target="/ppt/notesSlides/notesSlide20.xml" Id="Rf7a59423db0e42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8ec6285a8e4821" /><Relationship Type="http://schemas.openxmlformats.org/officeDocument/2006/relationships/notesSlide" Target="/ppt/notesSlides/notesSlide21.xml" Id="R52d49631dfed4f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747af973cb94428" /><Relationship Type="http://schemas.openxmlformats.org/officeDocument/2006/relationships/notesSlide" Target="/ppt/notesSlides/notesSlide22.xml" Id="Rdbe3857344464ae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b3c72b894bc4cc2" /><Relationship Type="http://schemas.openxmlformats.org/officeDocument/2006/relationships/notesSlide" Target="/ppt/notesSlides/notesSlide23.xml" Id="R04923a6428db4c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d3406e869e64152" /><Relationship Type="http://schemas.openxmlformats.org/officeDocument/2006/relationships/notesSlide" Target="/ppt/notesSlides/notesSlide24.xml" Id="Rb77a1cc3151b4a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35d40de2974589" /><Relationship Type="http://schemas.openxmlformats.org/officeDocument/2006/relationships/notesSlide" Target="/ppt/notesSlides/notesSlide25.xml" Id="R8f2db28e0d024c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a6f137e4f04562" /><Relationship Type="http://schemas.openxmlformats.org/officeDocument/2006/relationships/notesSlide" Target="/ppt/notesSlides/notesSlide26.xml" Id="R840e5930767846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a5a7d5633e408e" /><Relationship Type="http://schemas.openxmlformats.org/officeDocument/2006/relationships/notesSlide" Target="/ppt/notesSlides/notesSlide27.xml" Id="R3b1b38ed816341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4419b8a1ea54ac8" /><Relationship Type="http://schemas.openxmlformats.org/officeDocument/2006/relationships/notesSlide" Target="/ppt/notesSlides/notesSlide28.xml" Id="R566fafcf0d1f44a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6e4d0cce9004605" /><Relationship Type="http://schemas.openxmlformats.org/officeDocument/2006/relationships/notesSlide" Target="/ppt/notesSlides/notesSlide29.xml" Id="Rf261c32e6d664cf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56cb9cea51e4c7c" /><Relationship Type="http://schemas.openxmlformats.org/officeDocument/2006/relationships/notesSlide" Target="/ppt/notesSlides/notesSlide30.xml" Id="R07da5208fe354e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ecc7343b1694d14" /><Relationship Type="http://schemas.openxmlformats.org/officeDocument/2006/relationships/image" Target="/ppt/media/image9.png" Id="Rda9c2c3dccb74293" /><Relationship Type="http://schemas.openxmlformats.org/officeDocument/2006/relationships/notesSlide" Target="/ppt/notesSlides/notesSlide31.xml" Id="Rde41d2cc39694b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304bbb0d4ae44fe" /><Relationship Type="http://schemas.openxmlformats.org/officeDocument/2006/relationships/image" Target="/ppt/media/image10.png" Id="R0a7235baa5b84719" /><Relationship Type="http://schemas.openxmlformats.org/officeDocument/2006/relationships/image" Target="/ppt/media/image11.png" Id="R903327e867fa4afa" /><Relationship Type="http://schemas.openxmlformats.org/officeDocument/2006/relationships/notesSlide" Target="/ppt/notesSlides/notesSlide32.xml" Id="Rf2ec07a4da434e8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17dfc7dbf8a49ce" /><Relationship Type="http://schemas.openxmlformats.org/officeDocument/2006/relationships/notesSlide" Target="/ppt/notesSlides/notesSlide33.xml" Id="R6920c96b17e8468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7af6e3dad9d48e5" /><Relationship Type="http://schemas.openxmlformats.org/officeDocument/2006/relationships/notesSlide" Target="/ppt/notesSlides/notesSlide34.xml" Id="Rca9d45cc685e426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e2f2cb37cbb4fcd" /><Relationship Type="http://schemas.openxmlformats.org/officeDocument/2006/relationships/notesSlide" Target="/ppt/notesSlides/notesSlide35.xml" Id="R96a751d12d7e4c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a8f849778fd4c42" /><Relationship Type="http://schemas.openxmlformats.org/officeDocument/2006/relationships/notesSlide" Target="/ppt/notesSlides/notesSlide36.xml" Id="Rbd0a3628abe64e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455833300fa41eb" /><Relationship Type="http://schemas.openxmlformats.org/officeDocument/2006/relationships/notesSlide" Target="/ppt/notesSlides/notesSlide37.xml" Id="R04ae4fcf14ea44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684dcd3bd264223" /><Relationship Type="http://schemas.openxmlformats.org/officeDocument/2006/relationships/notesSlide" Target="/ppt/notesSlides/notesSlide38.xml" Id="Rbaabb559c0314d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8A1823-A9E8-423B-AECC-852E385DBC4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0AC415-7D91-4271-A317-9F4BCA0E6C7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61B4438-321D-4377-9E74-83F2E106CE2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1D4CAE9E-4ACB-404C-A2F3-5F8479E3228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ed06e3c6825408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9931DD3-F7CF-46DF-AEA7-9012668F53D3}"/>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0D0BF92B-5B66-4480-9A9C-DD3641154889}"/>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A09FDF8D-F08E-4DD5-85EC-21549AC938F6}"/>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9EAF07D4-BE9A-4425-B856-0E5A8ED56DDA}"/>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5BA25E51-7015-415A-AA73-E0198C47BF72}"/>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45679756"/>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A2DE5B7-8DFA-4A49-B155-7F8EF8B3886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7B3E817-EBDF-4AEF-8B90-95D6DD91487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3" name="">
            <a:extLst xmlns:a="http://schemas.openxmlformats.org/drawingml/2006/main">
              <a:ext uri="{FF2B5EF4-FFF2-40B4-BE49-F238E27FC236}">
                <a16:creationId xmlns:a16="http://schemas.microsoft.com/office/drawing/2014/main" id="{A5666CDA-54E7-4C48-8A0C-6FF08050EF3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SYSTEM</a:t>
            </a:r>
          </a:p>
        </p:txBody>
      </p:sp>
      <p:sp>
        <p:nvSpPr>
          <p:cNvPr id="4" name="">
            <a:extLst xmlns:a="http://schemas.openxmlformats.org/drawingml/2006/main">
              <a:ext uri="{FF2B5EF4-FFF2-40B4-BE49-F238E27FC236}">
                <a16:creationId xmlns:a16="http://schemas.microsoft.com/office/drawing/2014/main" id="{751D64CE-54CB-4D74-AE81-861A62C4F33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38</a:t>
            </a:r>
          </a:p>
        </p:txBody>
      </p:sp>
      <p:sp>
        <p:nvSpPr>
          <p:cNvPr id="5" name="">
            <a:extLst xmlns:a="http://schemas.openxmlformats.org/drawingml/2006/main">
              <a:ext uri="{FF2B5EF4-FFF2-40B4-BE49-F238E27FC236}">
                <a16:creationId xmlns:a16="http://schemas.microsoft.com/office/drawing/2014/main" id="{CC4FC820-14DF-4813-AA10-29E16CF7081B}"/>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6" name="">
            <a:extLst xmlns:a="http://schemas.openxmlformats.org/drawingml/2006/main">
              <a:ext uri="{FF2B5EF4-FFF2-40B4-BE49-F238E27FC236}">
                <a16:creationId xmlns:a16="http://schemas.microsoft.com/office/drawing/2014/main" id="{41BA4818-60EF-4A3A-AB29-2B2F6294AAFC}"/>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7" name="">
            <a:extLst xmlns:a="http://schemas.openxmlformats.org/drawingml/2006/main">
              <a:ext uri="{FF2B5EF4-FFF2-40B4-BE49-F238E27FC236}">
                <a16:creationId xmlns:a16="http://schemas.microsoft.com/office/drawing/2014/main" id="{455CD91E-88B7-47C3-A3E4-F762A348A994}"/>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8" name="">
            <a:extLst xmlns:a="http://schemas.openxmlformats.org/drawingml/2006/main">
              <a:ext uri="{FF2B5EF4-FFF2-40B4-BE49-F238E27FC236}">
                <a16:creationId xmlns:a16="http://schemas.microsoft.com/office/drawing/2014/main" id="{8857FB06-7919-4288-ABF8-ED18C2DB5876}"/>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59CC7B-AE1E-47C7-A8C9-A70CB4FBF769}"/>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10" name="">
            <a:extLst xmlns:a="http://schemas.openxmlformats.org/drawingml/2006/main">
              <a:ext uri="{FF2B5EF4-FFF2-40B4-BE49-F238E27FC236}">
                <a16:creationId xmlns:a16="http://schemas.microsoft.com/office/drawing/2014/main" id="{04D71A24-A201-459D-A91C-7E2D9DFEEC36}"/>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지역/지표/소비 · 기획 입력</a:t>
            </a:r>
          </a:p>
        </p:txBody>
      </p:sp>
      <p:sp>
        <p:nvSpPr>
          <p:cNvPr id="11" name="">
            <a:extLst xmlns:a="http://schemas.openxmlformats.org/drawingml/2006/main">
              <a:ext uri="{FF2B5EF4-FFF2-40B4-BE49-F238E27FC236}">
                <a16:creationId xmlns:a16="http://schemas.microsoft.com/office/drawing/2014/main" id="{756BF096-B329-4775-A9C8-806100563EC3}"/>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05–11</a:t>
            </a:r>
          </a:p>
        </p:txBody>
      </p:sp>
      <p:sp>
        <p:nvSpPr>
          <p:cNvPr id="12" name="">
            <a:extLst xmlns:a="http://schemas.openxmlformats.org/drawingml/2006/main">
              <a:ext uri="{FF2B5EF4-FFF2-40B4-BE49-F238E27FC236}">
                <a16:creationId xmlns:a16="http://schemas.microsoft.com/office/drawing/2014/main" id="{8BCB2FC2-201F-40D1-8CB2-22CEEB1D44F5}"/>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3002A5-8425-401E-9B25-FB6C0DC21C94}"/>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4" name="">
            <a:extLst xmlns:a="http://schemas.openxmlformats.org/drawingml/2006/main">
              <a:ext uri="{FF2B5EF4-FFF2-40B4-BE49-F238E27FC236}">
                <a16:creationId xmlns:a16="http://schemas.microsoft.com/office/drawing/2014/main" id="{FB2A31CD-F57E-460E-9543-C28722B40E0E}"/>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5" name="">
            <a:extLst xmlns:a="http://schemas.openxmlformats.org/drawingml/2006/main">
              <a:ext uri="{FF2B5EF4-FFF2-40B4-BE49-F238E27FC236}">
                <a16:creationId xmlns:a16="http://schemas.microsoft.com/office/drawing/2014/main" id="{59062D35-1E25-48DC-A5D8-9B18D5570345}"/>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12–14</a:t>
            </a:r>
          </a:p>
        </p:txBody>
      </p:sp>
      <p:sp>
        <p:nvSpPr>
          <p:cNvPr id="16" name="">
            <a:extLst xmlns:a="http://schemas.openxmlformats.org/drawingml/2006/main">
              <a:ext uri="{FF2B5EF4-FFF2-40B4-BE49-F238E27FC236}">
                <a16:creationId xmlns:a16="http://schemas.microsoft.com/office/drawing/2014/main" id="{02FF8B2C-2D98-4BCF-AFA5-1F7AD2F478AD}"/>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5DCA87-8981-4597-959D-667BE19BB4E5}"/>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8" name="">
            <a:extLst xmlns:a="http://schemas.openxmlformats.org/drawingml/2006/main">
              <a:ext uri="{FF2B5EF4-FFF2-40B4-BE49-F238E27FC236}">
                <a16:creationId xmlns:a16="http://schemas.microsoft.com/office/drawing/2014/main" id="{C308A413-C34C-4F31-8747-C274F3E0F01C}"/>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9" name="">
            <a:extLst xmlns:a="http://schemas.openxmlformats.org/drawingml/2006/main">
              <a:ext uri="{FF2B5EF4-FFF2-40B4-BE49-F238E27FC236}">
                <a16:creationId xmlns:a16="http://schemas.microsoft.com/office/drawing/2014/main" id="{35FA64D7-84F8-4A20-AA7B-BA099EBA18C1}"/>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15–20</a:t>
            </a:r>
          </a:p>
        </p:txBody>
      </p:sp>
      <p:sp>
        <p:nvSpPr>
          <p:cNvPr id="20" name="">
            <a:extLst xmlns:a="http://schemas.openxmlformats.org/drawingml/2006/main">
              <a:ext uri="{FF2B5EF4-FFF2-40B4-BE49-F238E27FC236}">
                <a16:creationId xmlns:a16="http://schemas.microsoft.com/office/drawing/2014/main" id="{BCD5031A-BC75-456D-B052-5B1CC6B162AE}"/>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83E6159-687D-4C78-B770-9031D0452840}"/>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2" name="">
            <a:extLst xmlns:a="http://schemas.openxmlformats.org/drawingml/2006/main">
              <a:ext uri="{FF2B5EF4-FFF2-40B4-BE49-F238E27FC236}">
                <a16:creationId xmlns:a16="http://schemas.microsoft.com/office/drawing/2014/main" id="{D6FDFB64-BFD3-4093-962A-0AF3F139E6A4}"/>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5개 역할 · 모델 라우팅</a:t>
            </a:r>
          </a:p>
        </p:txBody>
      </p:sp>
      <p:sp>
        <p:nvSpPr>
          <p:cNvPr id="23" name="">
            <a:extLst xmlns:a="http://schemas.openxmlformats.org/drawingml/2006/main">
              <a:ext uri="{FF2B5EF4-FFF2-40B4-BE49-F238E27FC236}">
                <a16:creationId xmlns:a16="http://schemas.microsoft.com/office/drawing/2014/main" id="{ACB45F30-9460-4C08-96BF-6160414FFF17}"/>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21–28</a:t>
            </a:r>
          </a:p>
        </p:txBody>
      </p:sp>
      <p:sp>
        <p:nvSpPr>
          <p:cNvPr id="24" name="">
            <a:extLst xmlns:a="http://schemas.openxmlformats.org/drawingml/2006/main">
              <a:ext uri="{FF2B5EF4-FFF2-40B4-BE49-F238E27FC236}">
                <a16:creationId xmlns:a16="http://schemas.microsoft.com/office/drawing/2014/main" id="{B4EE900C-5EBB-4524-BF20-C121BD294C0A}"/>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227244-D8E8-4885-B03A-47D44E73E343}"/>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6" name="">
            <a:extLst xmlns:a="http://schemas.openxmlformats.org/drawingml/2006/main">
              <a:ext uri="{FF2B5EF4-FFF2-40B4-BE49-F238E27FC236}">
                <a16:creationId xmlns:a16="http://schemas.microsoft.com/office/drawing/2014/main" id="{434BA118-9CB9-4E94-9D25-95A504C32ACB}"/>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KPI · 견적 · 사례 · Word/PPT · 챗봇</a:t>
            </a:r>
          </a:p>
        </p:txBody>
      </p:sp>
      <p:sp>
        <p:nvSpPr>
          <p:cNvPr id="27" name="">
            <a:extLst xmlns:a="http://schemas.openxmlformats.org/drawingml/2006/main">
              <a:ext uri="{FF2B5EF4-FFF2-40B4-BE49-F238E27FC236}">
                <a16:creationId xmlns:a16="http://schemas.microsoft.com/office/drawing/2014/main" id="{A697EC56-AC43-42C0-AFF3-D27C4C5E0085}"/>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29–33</a:t>
            </a:r>
          </a:p>
        </p:txBody>
      </p:sp>
      <p:sp>
        <p:nvSpPr>
          <p:cNvPr id="28" name="">
            <a:extLst xmlns:a="http://schemas.openxmlformats.org/drawingml/2006/main">
              <a:ext uri="{FF2B5EF4-FFF2-40B4-BE49-F238E27FC236}">
                <a16:creationId xmlns:a16="http://schemas.microsoft.com/office/drawing/2014/main" id="{2607E1AD-C298-4DA0-AF37-5072C452D1ED}"/>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8BF3A27-8F1E-4536-A8B7-C6579285798C}"/>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검증·운영·시연</a:t>
            </a:r>
          </a:p>
        </p:txBody>
      </p:sp>
      <p:sp>
        <p:nvSpPr>
          <p:cNvPr id="30" name="">
            <a:extLst xmlns:a="http://schemas.openxmlformats.org/drawingml/2006/main">
              <a:ext uri="{FF2B5EF4-FFF2-40B4-BE49-F238E27FC236}">
                <a16:creationId xmlns:a16="http://schemas.microsoft.com/office/drawing/2014/main" id="{2DB4BDE6-061E-43A2-8194-DA30D9FB2D54}"/>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오류 보완 · 운영 · 향후 검증 · Q&amp;A</a:t>
            </a:r>
          </a:p>
        </p:txBody>
      </p:sp>
      <p:sp>
        <p:nvSpPr>
          <p:cNvPr id="31" name="">
            <a:extLst xmlns:a="http://schemas.openxmlformats.org/drawingml/2006/main">
              <a:ext uri="{FF2B5EF4-FFF2-40B4-BE49-F238E27FC236}">
                <a16:creationId xmlns:a16="http://schemas.microsoft.com/office/drawing/2014/main" id="{F2E72E0E-1064-471D-9297-A0A6AFAD2621}"/>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34–38</a:t>
            </a:r>
          </a:p>
        </p:txBody>
      </p:sp>
      <p:sp>
        <p:nvSpPr>
          <p:cNvPr id="32" name="">
            <a:extLst xmlns:a="http://schemas.openxmlformats.org/drawingml/2006/main">
              <a:ext uri="{FF2B5EF4-FFF2-40B4-BE49-F238E27FC236}">
                <a16:creationId xmlns:a16="http://schemas.microsoft.com/office/drawing/2014/main" id="{8EECF638-A530-4E1E-92F1-E302BC5619AF}"/>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95389685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FC2579-3415-427B-9C21-0C2442A95BF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F2E57F-A4C1-4F3B-B0AC-DD83F11E61B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3" name="">
            <a:extLst xmlns:a="http://schemas.openxmlformats.org/drawingml/2006/main">
              <a:ext uri="{FF2B5EF4-FFF2-40B4-BE49-F238E27FC236}">
                <a16:creationId xmlns:a16="http://schemas.microsoft.com/office/drawing/2014/main" id="{29CFE519-49D9-4C0E-BC92-90F5805D971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DAE1EDD5-B8DE-445E-B032-132C8AC0CD2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38</a:t>
            </a:r>
          </a:p>
        </p:txBody>
      </p:sp>
      <p:sp>
        <p:nvSpPr>
          <p:cNvPr id="5" name="">
            <a:extLst xmlns:a="http://schemas.openxmlformats.org/drawingml/2006/main">
              <a:ext uri="{FF2B5EF4-FFF2-40B4-BE49-F238E27FC236}">
                <a16:creationId xmlns:a16="http://schemas.microsoft.com/office/drawing/2014/main" id="{CC268DDA-9275-49F2-972A-6FB1D09ED09B}"/>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F6A94232-5CB0-4E11-90F5-581696C8BA12}"/>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0CA573AB-66C7-47B4-9D68-3A22DBC2346E}"/>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F08CE74F-26DB-4105-A709-E94F152A7A38}"/>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AC57AF57-B6F8-499E-938F-1BD6616A8EDB}"/>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4A5820-0532-490C-A1C5-6FB8817F8E70}"/>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DFED26BB-36EB-4B42-99A5-C15AB3D8B095}"/>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623436448"/>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E6C39C-F872-4D33-83B4-6781ACCED4F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B1FE679-6A58-49E5-891F-18F10683787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3" name="">
            <a:extLst xmlns:a="http://schemas.openxmlformats.org/drawingml/2006/main">
              <a:ext uri="{FF2B5EF4-FFF2-40B4-BE49-F238E27FC236}">
                <a16:creationId xmlns:a16="http://schemas.microsoft.com/office/drawing/2014/main" id="{5D16CB38-C824-4EF7-888A-8B5A79EF9A5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0FB505DA-7F09-4DF2-83B6-472B2312ED5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38</a:t>
            </a:r>
          </a:p>
        </p:txBody>
      </p:sp>
      <p:pic>
        <p:nvPicPr>
          <p:cNvPr id="12"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e0183ff629da4a13"/>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B08B0A-97F2-4236-A474-8FCA1113E195}"/>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7" name="">
            <a:extLst xmlns:a="http://schemas.openxmlformats.org/drawingml/2006/main">
              <a:ext uri="{FF2B5EF4-FFF2-40B4-BE49-F238E27FC236}">
                <a16:creationId xmlns:a16="http://schemas.microsoft.com/office/drawing/2014/main" id="{B4A7BEF0-E030-4F4D-8028-B4DFFECE548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1655198580"/>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177CA0-5A50-4491-965A-A55A3252048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AB5CE16-3629-4C35-A4AB-62B5B7266FD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3" name="">
            <a:extLst xmlns:a="http://schemas.openxmlformats.org/drawingml/2006/main">
              <a:ext uri="{FF2B5EF4-FFF2-40B4-BE49-F238E27FC236}">
                <a16:creationId xmlns:a16="http://schemas.microsoft.com/office/drawing/2014/main" id="{FEDD2EED-7A97-4126-BD44-396BC92C139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011E37B-84FF-4CA0-BF8D-24300AFA777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d07bb5680c64ed5"/>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5AC57A-A18E-4F06-AD01-0FDD51CF01BF}"/>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7" name="">
            <a:extLst xmlns:a="http://schemas.openxmlformats.org/drawingml/2006/main">
              <a:ext uri="{FF2B5EF4-FFF2-40B4-BE49-F238E27FC236}">
                <a16:creationId xmlns:a16="http://schemas.microsoft.com/office/drawing/2014/main" id="{84848867-2A8D-45D5-889A-6E753152D4A5}"/>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8" name="">
            <a:extLst xmlns:a="http://schemas.openxmlformats.org/drawingml/2006/main">
              <a:ext uri="{FF2B5EF4-FFF2-40B4-BE49-F238E27FC236}">
                <a16:creationId xmlns:a16="http://schemas.microsoft.com/office/drawing/2014/main" id="{74BA646A-3FB4-4F6A-A3C9-7BED50FE60C0}"/>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9" name="">
            <a:extLst xmlns:a="http://schemas.openxmlformats.org/drawingml/2006/main">
              <a:ext uri="{FF2B5EF4-FFF2-40B4-BE49-F238E27FC236}">
                <a16:creationId xmlns:a16="http://schemas.microsoft.com/office/drawing/2014/main" id="{18D86FD8-E315-4DC2-BB63-07CC17143828}"/>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10" name="">
            <a:extLst xmlns:a="http://schemas.openxmlformats.org/drawingml/2006/main">
              <a:ext uri="{FF2B5EF4-FFF2-40B4-BE49-F238E27FC236}">
                <a16:creationId xmlns:a16="http://schemas.microsoft.com/office/drawing/2014/main" id="{E3C8BEB5-613E-4264-9736-BD3AE9DAA5CF}"/>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1" name="">
            <a:extLst xmlns:a="http://schemas.openxmlformats.org/drawingml/2006/main">
              <a:ext uri="{FF2B5EF4-FFF2-40B4-BE49-F238E27FC236}">
                <a16:creationId xmlns:a16="http://schemas.microsoft.com/office/drawing/2014/main" id="{B3222DDA-7EF2-474C-A86B-3D70CEBAFC1A}"/>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2" name="">
            <a:extLst xmlns:a="http://schemas.openxmlformats.org/drawingml/2006/main">
              <a:ext uri="{FF2B5EF4-FFF2-40B4-BE49-F238E27FC236}">
                <a16:creationId xmlns:a16="http://schemas.microsoft.com/office/drawing/2014/main" id="{B05DAFAA-A92D-4700-82F6-9411507EED07}"/>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3" name="">
            <a:extLst xmlns:a="http://schemas.openxmlformats.org/drawingml/2006/main">
              <a:ext uri="{FF2B5EF4-FFF2-40B4-BE49-F238E27FC236}">
                <a16:creationId xmlns:a16="http://schemas.microsoft.com/office/drawing/2014/main" id="{6B3F857A-AF82-40BE-B4F1-7122AA326787}"/>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4" name="">
            <a:extLst xmlns:a="http://schemas.openxmlformats.org/drawingml/2006/main">
              <a:ext uri="{FF2B5EF4-FFF2-40B4-BE49-F238E27FC236}">
                <a16:creationId xmlns:a16="http://schemas.microsoft.com/office/drawing/2014/main" id="{99378C8B-9AB0-4071-8B25-9ADA06C698E5}"/>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237594648"/>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9CC26A-1D6C-49C4-B94A-06760E641C3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AB1583C-C4C2-42BB-B430-351CBEEB71C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지역 선택과 데이터 조회</a:t>
            </a:r>
          </a:p>
        </p:txBody>
      </p:sp>
      <p:sp>
        <p:nvSpPr>
          <p:cNvPr id="3" name="">
            <a:extLst xmlns:a="http://schemas.openxmlformats.org/drawingml/2006/main">
              <a:ext uri="{FF2B5EF4-FFF2-40B4-BE49-F238E27FC236}">
                <a16:creationId xmlns:a16="http://schemas.microsoft.com/office/drawing/2014/main" id="{FB957B1E-0CB9-41FE-AF4A-02480179FE0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8C2FEE16-E4FE-46B7-9A22-13E2E478A31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1d805ef80b74d31"/>
          <a:stretch xmlns:a="http://schemas.openxmlformats.org/drawingml/2006/main"/>
        </p:blipFill>
        <p:spPr>
          <a:xfrm xmlns:a="http://schemas.openxmlformats.org/drawingml/2006/main">
            <a:off x="1355368" y="1619250"/>
            <a:ext cx="3613864"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9E1AB7-32DF-49DE-9AD3-B839F02D314D}"/>
              </a:ext>
            </a:extLst>
          </p:cNvPr>
          <p:cNvSpPr>
            <a:spLocks xmlns:a="http://schemas.openxmlformats.org/drawingml/2006/main" noGrp="1"/>
          </p:cNvSpPr>
          <p:nvPr/>
        </p:nvSpPr>
        <p:spPr>
          <a:xfrm xmlns:a="http://schemas.openxmlformats.org/drawingml/2006/main">
            <a:off x="6343650" y="1743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선택한 지역 코드가 조회 기준</a:t>
            </a:r>
          </a:p>
        </p:txBody>
      </p:sp>
      <p:sp>
        <p:nvSpPr>
          <p:cNvPr id="7" name="">
            <a:extLst xmlns:a="http://schemas.openxmlformats.org/drawingml/2006/main">
              <a:ext uri="{FF2B5EF4-FFF2-40B4-BE49-F238E27FC236}">
                <a16:creationId xmlns:a16="http://schemas.microsoft.com/office/drawing/2014/main" id="{74F382B0-C42C-4CB3-A477-D481A4B7639E}"/>
              </a:ext>
            </a:extLst>
          </p:cNvPr>
          <p:cNvSpPr>
            <a:spLocks xmlns:a="http://schemas.openxmlformats.org/drawingml/2006/main" noGrp="1"/>
          </p:cNvSpPr>
          <p:nvPr/>
        </p:nvSpPr>
        <p:spPr>
          <a:xfrm xmlns:a="http://schemas.openxmlformats.org/drawingml/2006/main">
            <a:off x="6343650" y="2428875"/>
            <a:ext cx="52197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검색 또는 시도·시군구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selectedCode 변경</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지도 강조 + 지역 API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카드·차트·소비 분포 갱신</a:t>
            </a:r>
          </a:p>
        </p:txBody>
      </p:sp>
      <p:sp>
        <p:nvSpPr>
          <p:cNvPr id="8" name="">
            <a:extLst xmlns:a="http://schemas.openxmlformats.org/drawingml/2006/main">
              <a:ext uri="{FF2B5EF4-FFF2-40B4-BE49-F238E27FC236}">
                <a16:creationId xmlns:a16="http://schemas.microsoft.com/office/drawing/2014/main" id="{F040BB11-D61A-4F2B-92C2-B402FA474EA1}"/>
              </a:ext>
            </a:extLst>
          </p:cNvPr>
          <p:cNvSpPr>
            <a:spLocks xmlns:a="http://schemas.openxmlformats.org/drawingml/2006/main" noGrp="1"/>
          </p:cNvSpPr>
          <p:nvPr/>
        </p:nvSpPr>
        <p:spPr>
          <a:xfrm xmlns:a="http://schemas.openxmlformats.org/drawingml/2006/main">
            <a:off x="6343650" y="4295775"/>
            <a:ext cx="523875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76D4C51-C30E-4DA4-A90A-CE3FB8358C91}"/>
              </a:ext>
            </a:extLst>
          </p:cNvPr>
          <p:cNvSpPr>
            <a:spLocks xmlns:a="http://schemas.openxmlformats.org/drawingml/2006/main" noGrp="1"/>
          </p:cNvSpPr>
          <p:nvPr/>
        </p:nvSpPr>
        <p:spPr>
          <a:xfrm xmlns:a="http://schemas.openxmlformats.org/drawingml/2006/main">
            <a:off x="6343650" y="45910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같은 지역을 다음 화면에서도 사용</a:t>
            </a:r>
          </a:p>
        </p:txBody>
      </p:sp>
      <p:sp>
        <p:nvSpPr>
          <p:cNvPr id="10" name="">
            <a:extLst xmlns:a="http://schemas.openxmlformats.org/drawingml/2006/main">
              <a:ext uri="{FF2B5EF4-FFF2-40B4-BE49-F238E27FC236}">
                <a16:creationId xmlns:a16="http://schemas.microsoft.com/office/drawing/2014/main" id="{25754AB9-11BC-4BCD-82E8-4C37A0389C0C}"/>
              </a:ext>
            </a:extLst>
          </p:cNvPr>
          <p:cNvSpPr>
            <a:spLocks xmlns:a="http://schemas.openxmlformats.org/drawingml/2006/main" noGrp="1"/>
          </p:cNvSpPr>
          <p:nvPr/>
        </p:nvSpPr>
        <p:spPr>
          <a:xfrm xmlns:a="http://schemas.openxmlformats.org/drawingml/2006/main">
            <a:off x="6343650" y="5038725"/>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브라우저에 코드·지역명을 저장하고</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기획 입력 화면이 다시 읽습니다.</a:t>
            </a:r>
          </a:p>
        </p:txBody>
      </p:sp>
      <p:sp>
        <p:nvSpPr>
          <p:cNvPr id="11" name="">
            <a:extLst xmlns:a="http://schemas.openxmlformats.org/drawingml/2006/main">
              <a:ext uri="{FF2B5EF4-FFF2-40B4-BE49-F238E27FC236}">
                <a16:creationId xmlns:a16="http://schemas.microsoft.com/office/drawing/2014/main" id="{969EC7EB-2FB1-4D36-924F-1CCC49CEF7E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초록색은 자료·로컬 연결 준비 상태입니다. 실제 생성 성공과 기획 품질은 별도로 확인합니다.</a:t>
            </a:r>
          </a:p>
        </p:txBody>
      </p:sp>
    </p:spTree>
    <p:extLst>
      <p:ext uri="{BB962C8B-B14F-4D97-AF65-F5344CB8AC3E}">
        <p14:creationId xmlns:p14="http://schemas.microsoft.com/office/powerpoint/2010/main" val="204959774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646852-DDB8-4CDA-811E-E274D5196BA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90CD125-CC71-4315-86CA-7699142A859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핵심 지표 카드의 읽는 순서</a:t>
            </a:r>
          </a:p>
        </p:txBody>
      </p:sp>
      <p:sp>
        <p:nvSpPr>
          <p:cNvPr id="3" name="">
            <a:extLst xmlns:a="http://schemas.openxmlformats.org/drawingml/2006/main">
              <a:ext uri="{FF2B5EF4-FFF2-40B4-BE49-F238E27FC236}">
                <a16:creationId xmlns:a16="http://schemas.microsoft.com/office/drawing/2014/main" id="{59325612-E4B2-4559-8062-75E8EF81EC2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3CD42F1-E5C4-43BF-9336-0EBB323BB52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483752a6e84d5b"/>
          <a:stretch xmlns:a="http://schemas.openxmlformats.org/drawingml/2006/main"/>
        </p:blipFill>
        <p:spPr>
          <a:xfrm xmlns:a="http://schemas.openxmlformats.org/drawingml/2006/main">
            <a:off x="1613459" y="1676400"/>
            <a:ext cx="8965082"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BAC927-BA56-4CD7-AB0B-693C61278856}"/>
              </a:ext>
            </a:extLst>
          </p:cNvPr>
          <p:cNvSpPr>
            <a:spLocks xmlns:a="http://schemas.openxmlformats.org/drawingml/2006/main" noGrp="1"/>
          </p:cNvSpPr>
          <p:nvPr/>
        </p:nvSpPr>
        <p:spPr>
          <a:xfrm xmlns:a="http://schemas.openxmlformats.org/drawingml/2006/main">
            <a:off x="533400" y="4381500"/>
            <a:ext cx="5391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먼저 기준월과 비교 대상을 확인</a:t>
            </a:r>
          </a:p>
        </p:txBody>
      </p:sp>
      <p:sp>
        <p:nvSpPr>
          <p:cNvPr id="7" name="">
            <a:extLst xmlns:a="http://schemas.openxmlformats.org/drawingml/2006/main">
              <a:ext uri="{FF2B5EF4-FFF2-40B4-BE49-F238E27FC236}">
                <a16:creationId xmlns:a16="http://schemas.microsoft.com/office/drawing/2014/main" id="{528559C4-DEAA-4A41-8FFA-08427EDDD677}"/>
              </a:ext>
            </a:extLst>
          </p:cNvPr>
          <p:cNvSpPr>
            <a:spLocks xmlns:a="http://schemas.openxmlformats.org/drawingml/2006/main" noGrp="1"/>
          </p:cNvSpPr>
          <p:nvPr/>
        </p:nvSpPr>
        <p:spPr>
          <a:xfrm xmlns:a="http://schemas.openxmlformats.org/drawingml/2006/main">
            <a:off x="533400" y="4905375"/>
            <a:ext cx="5257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10월 예상 방문자 17,767,384명</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9월 예상 대비 −2.6%</a:t>
            </a:r>
          </a:p>
        </p:txBody>
      </p:sp>
      <p:sp>
        <p:nvSpPr>
          <p:cNvPr id="8" name="">
            <a:extLst xmlns:a="http://schemas.openxmlformats.org/drawingml/2006/main">
              <a:ext uri="{FF2B5EF4-FFF2-40B4-BE49-F238E27FC236}">
                <a16:creationId xmlns:a16="http://schemas.microsoft.com/office/drawing/2014/main" id="{81986056-0961-46A7-9FB5-B09C9713E2E5}"/>
              </a:ext>
            </a:extLst>
          </p:cNvPr>
          <p:cNvSpPr>
            <a:spLocks xmlns:a="http://schemas.openxmlformats.org/drawingml/2006/main" noGrp="1"/>
          </p:cNvSpPr>
          <p:nvPr/>
        </p:nvSpPr>
        <p:spPr>
          <a:xfrm xmlns:a="http://schemas.openxmlformats.org/drawingml/2006/main">
            <a:off x="6343650" y="4381500"/>
            <a:ext cx="532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서버가 계산한 전망과 변화량</a:t>
            </a:r>
          </a:p>
        </p:txBody>
      </p:sp>
      <p:sp>
        <p:nvSpPr>
          <p:cNvPr id="9" name="">
            <a:extLst xmlns:a="http://schemas.openxmlformats.org/drawingml/2006/main">
              <a:ext uri="{FF2B5EF4-FFF2-40B4-BE49-F238E27FC236}">
                <a16:creationId xmlns:a16="http://schemas.microsoft.com/office/drawing/2014/main" id="{0FF2EB77-3AD3-4882-A320-44DE3B6BCE6B}"/>
              </a:ext>
            </a:extLst>
          </p:cNvPr>
          <p:cNvSpPr>
            <a:spLocks xmlns:a="http://schemas.openxmlformats.org/drawingml/2006/main" noGrp="1"/>
          </p:cNvSpPr>
          <p:nvPr/>
        </p:nvSpPr>
        <p:spPr>
          <a:xfrm xmlns:a="http://schemas.openxmlformats.org/drawingml/2006/main">
            <a:off x="6343650" y="49053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방문·소비는 증감률(%)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숙박은 평균 일수 차이(일)</a:t>
            </a:r>
          </a:p>
        </p:txBody>
      </p:sp>
      <p:sp>
        <p:nvSpPr>
          <p:cNvPr id="10" name="">
            <a:extLst xmlns:a="http://schemas.openxmlformats.org/drawingml/2006/main">
              <a:ext uri="{FF2B5EF4-FFF2-40B4-BE49-F238E27FC236}">
                <a16:creationId xmlns:a16="http://schemas.microsoft.com/office/drawing/2014/main" id="{D953EE83-415F-4E8F-AF85-E6F24428962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대시보드의 다음 달 전망은 조회 날짜에 따라 이동합니다. 사업 목표 KPI는 기획안에서 별도로 계산합니다.</a:t>
            </a:r>
          </a:p>
        </p:txBody>
      </p:sp>
    </p:spTree>
    <p:extLst>
      <p:ext uri="{BB962C8B-B14F-4D97-AF65-F5344CB8AC3E}">
        <p14:creationId xmlns:p14="http://schemas.microsoft.com/office/powerpoint/2010/main" val="1519947612"/>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55189F-0576-48AA-8AEF-6A01B856267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91BEF97-1545-43CE-A803-02CCA97895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관측값과 전망 그래프의 해석</a:t>
            </a:r>
          </a:p>
        </p:txBody>
      </p:sp>
      <p:sp>
        <p:nvSpPr>
          <p:cNvPr id="3" name="">
            <a:extLst xmlns:a="http://schemas.openxmlformats.org/drawingml/2006/main">
              <a:ext uri="{FF2B5EF4-FFF2-40B4-BE49-F238E27FC236}">
                <a16:creationId xmlns:a16="http://schemas.microsoft.com/office/drawing/2014/main" id="{1C520191-2C0C-44BD-A12B-C02674CB574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F2BBD530-8957-4E2E-AF78-5FDD00A3198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b8e0524dc91431a"/>
          <a:stretch xmlns:a="http://schemas.openxmlformats.org/drawingml/2006/main"/>
        </p:blipFill>
        <p:spPr>
          <a:xfrm xmlns:a="http://schemas.openxmlformats.org/drawingml/2006/main">
            <a:off x="1161147" y="1685925"/>
            <a:ext cx="5192930"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A71090-46DA-4A77-91B4-733EC74B4877}"/>
              </a:ext>
            </a:extLst>
          </p:cNvPr>
          <p:cNvSpPr>
            <a:spLocks xmlns:a="http://schemas.openxmlformats.org/drawingml/2006/main" noGrp="1"/>
          </p:cNvSpPr>
          <p:nvPr/>
        </p:nvSpPr>
        <p:spPr>
          <a:xfrm xmlns:a="http://schemas.openxmlformats.org/drawingml/2006/main">
            <a:off x="7581900" y="1714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관측 구간</a:t>
            </a:r>
          </a:p>
        </p:txBody>
      </p:sp>
      <p:sp>
        <p:nvSpPr>
          <p:cNvPr id="7" name="">
            <a:extLst xmlns:a="http://schemas.openxmlformats.org/drawingml/2006/main">
              <a:ext uri="{FF2B5EF4-FFF2-40B4-BE49-F238E27FC236}">
                <a16:creationId xmlns:a16="http://schemas.microsoft.com/office/drawing/2014/main" id="{A046E47D-223A-4C9A-BC0F-EA3FE632BBF3}"/>
              </a:ext>
            </a:extLst>
          </p:cNvPr>
          <p:cNvSpPr>
            <a:spLocks xmlns:a="http://schemas.openxmlformats.org/drawingml/2006/main" noGrp="1"/>
          </p:cNvSpPr>
          <p:nvPr/>
        </p:nvSpPr>
        <p:spPr>
          <a:xfrm xmlns:a="http://schemas.openxmlformats.org/drawingml/2006/main">
            <a:off x="7581900" y="2200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2026.05–07</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원자료의 최근 확정값</a:t>
            </a:r>
          </a:p>
        </p:txBody>
      </p:sp>
      <p:sp>
        <p:nvSpPr>
          <p:cNvPr id="8" name="">
            <a:extLst xmlns:a="http://schemas.openxmlformats.org/drawingml/2006/main">
              <a:ext uri="{FF2B5EF4-FFF2-40B4-BE49-F238E27FC236}">
                <a16:creationId xmlns:a16="http://schemas.microsoft.com/office/drawing/2014/main" id="{D4CE7323-9376-4E5A-858A-23F5276E7F22}"/>
              </a:ext>
            </a:extLst>
          </p:cNvPr>
          <p:cNvSpPr>
            <a:spLocks xmlns:a="http://schemas.openxmlformats.org/drawingml/2006/main" noGrp="1"/>
          </p:cNvSpPr>
          <p:nvPr/>
        </p:nvSpPr>
        <p:spPr>
          <a:xfrm xmlns:a="http://schemas.openxmlformats.org/drawingml/2006/main">
            <a:off x="7581900" y="3238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전망 구간</a:t>
            </a:r>
          </a:p>
        </p:txBody>
      </p:sp>
      <p:sp>
        <p:nvSpPr>
          <p:cNvPr id="9" name="">
            <a:extLst xmlns:a="http://schemas.openxmlformats.org/drawingml/2006/main">
              <a:ext uri="{FF2B5EF4-FFF2-40B4-BE49-F238E27FC236}">
                <a16:creationId xmlns:a16="http://schemas.microsoft.com/office/drawing/2014/main" id="{5774930A-9626-4351-B626-DB7D66A34E21}"/>
              </a:ext>
            </a:extLst>
          </p:cNvPr>
          <p:cNvSpPr>
            <a:spLocks xmlns:a="http://schemas.openxmlformats.org/drawingml/2006/main" noGrp="1"/>
          </p:cNvSpPr>
          <p:nvPr/>
        </p:nvSpPr>
        <p:spPr>
          <a:xfrm xmlns:a="http://schemas.openxmlformats.org/drawingml/2006/main">
            <a:off x="7581900" y="3724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2026.09–11</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모델로 계산한 전망</a:t>
            </a:r>
          </a:p>
        </p:txBody>
      </p:sp>
      <p:sp>
        <p:nvSpPr>
          <p:cNvPr id="10" name="">
            <a:extLst xmlns:a="http://schemas.openxmlformats.org/drawingml/2006/main">
              <a:ext uri="{FF2B5EF4-FFF2-40B4-BE49-F238E27FC236}">
                <a16:creationId xmlns:a16="http://schemas.microsoft.com/office/drawing/2014/main" id="{C912F7D2-4E25-40AC-A46D-DF1CF416CC8B}"/>
              </a:ext>
            </a:extLst>
          </p:cNvPr>
          <p:cNvSpPr>
            <a:spLocks xmlns:a="http://schemas.openxmlformats.org/drawingml/2006/main" noGrp="1"/>
          </p:cNvSpPr>
          <p:nvPr/>
        </p:nvSpPr>
        <p:spPr>
          <a:xfrm xmlns:a="http://schemas.openxmlformats.org/drawingml/2006/main">
            <a:off x="7581900" y="491490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계절 흐름과 규모를 읽고</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기획의 운영 시점을 검토</a:t>
            </a:r>
          </a:p>
        </p:txBody>
      </p:sp>
      <p:sp>
        <p:nvSpPr>
          <p:cNvPr id="11" name="">
            <a:extLst xmlns:a="http://schemas.openxmlformats.org/drawingml/2006/main">
              <a:ext uri="{FF2B5EF4-FFF2-40B4-BE49-F238E27FC236}">
                <a16:creationId xmlns:a16="http://schemas.microsoft.com/office/drawing/2014/main" id="{9AA70359-FE6E-4099-AD26-FCEC481FD32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방문자 수는 왼쪽 축(만 명), 관광소비액은 오른쪽 축(억 원)을 사용합니다.</a:t>
            </a:r>
          </a:p>
        </p:txBody>
      </p:sp>
    </p:spTree>
    <p:extLst>
      <p:ext uri="{BB962C8B-B14F-4D97-AF65-F5344CB8AC3E}">
        <p14:creationId xmlns:p14="http://schemas.microsoft.com/office/powerpoint/2010/main" val="126521422"/>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56349C-3CD6-40B7-85F5-F0BA1277579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6F7E8CA-F776-43B3-BEAE-F97225DAA38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2.5 업종별 소비 분포와 기획 질문</a:t>
            </a:r>
          </a:p>
        </p:txBody>
      </p:sp>
      <p:sp>
        <p:nvSpPr>
          <p:cNvPr id="3" name="">
            <a:extLst xmlns:a="http://schemas.openxmlformats.org/drawingml/2006/main">
              <a:ext uri="{FF2B5EF4-FFF2-40B4-BE49-F238E27FC236}">
                <a16:creationId xmlns:a16="http://schemas.microsoft.com/office/drawing/2014/main" id="{AA6C9445-770A-4CF2-9E2B-3CBDD1222EF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E2531792-2BA0-4593-8C7C-3D6B2489ED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b888f7ac31c40da"/>
          <a:stretch xmlns:a="http://schemas.openxmlformats.org/drawingml/2006/main"/>
        </p:blipFill>
        <p:spPr>
          <a:xfrm xmlns:a="http://schemas.openxmlformats.org/drawingml/2006/main">
            <a:off x="923309" y="1762125"/>
            <a:ext cx="5744806" cy="3838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ECA2F6F-502D-40B8-AC99-B4969FA7BD4F}"/>
              </a:ext>
            </a:extLst>
          </p:cNvPr>
          <p:cNvSpPr>
            <a:spLocks xmlns:a="http://schemas.openxmlformats.org/drawingml/2006/main" noGrp="1"/>
          </p:cNvSpPr>
          <p:nvPr/>
        </p:nvSpPr>
        <p:spPr>
          <a:xfrm xmlns:a="http://schemas.openxmlformats.org/drawingml/2006/main">
            <a:off x="7562850" y="1743075"/>
            <a:ext cx="4019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예상 업종 금액의 계산</a:t>
            </a:r>
          </a:p>
        </p:txBody>
      </p:sp>
      <p:sp>
        <p:nvSpPr>
          <p:cNvPr id="7" name="">
            <a:extLst xmlns:a="http://schemas.openxmlformats.org/drawingml/2006/main">
              <a:ext uri="{FF2B5EF4-FFF2-40B4-BE49-F238E27FC236}">
                <a16:creationId xmlns:a16="http://schemas.microsoft.com/office/drawing/2014/main" id="{1EDF966B-81A0-47A6-980C-01B83F45C1C1}"/>
              </a:ext>
            </a:extLst>
          </p:cNvPr>
          <p:cNvSpPr>
            <a:spLocks xmlns:a="http://schemas.openxmlformats.org/drawingml/2006/main" noGrp="1"/>
          </p:cNvSpPr>
          <p:nvPr/>
        </p:nvSpPr>
        <p:spPr>
          <a:xfrm xmlns:a="http://schemas.openxmlformats.org/drawingml/2006/main">
            <a:off x="7562850" y="2305050"/>
            <a:ext cx="4019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3개월 전체 소비 전망 평균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최신 관측 업종 비중</a:t>
            </a:r>
          </a:p>
        </p:txBody>
      </p:sp>
      <p:sp>
        <p:nvSpPr>
          <p:cNvPr id="8" name="">
            <a:extLst xmlns:a="http://schemas.openxmlformats.org/drawingml/2006/main">
              <a:ext uri="{FF2B5EF4-FFF2-40B4-BE49-F238E27FC236}">
                <a16:creationId xmlns:a16="http://schemas.microsoft.com/office/drawing/2014/main" id="{D458EFA2-8C2A-453E-9EB1-884329B241B1}"/>
              </a:ext>
            </a:extLst>
          </p:cNvPr>
          <p:cNvSpPr>
            <a:spLocks xmlns:a="http://schemas.openxmlformats.org/drawingml/2006/main" noGrp="1"/>
          </p:cNvSpPr>
          <p:nvPr/>
        </p:nvSpPr>
        <p:spPr>
          <a:xfrm xmlns:a="http://schemas.openxmlformats.org/drawingml/2006/main">
            <a:off x="7562850" y="3438525"/>
            <a:ext cx="4019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식음료업 예시</a:t>
            </a:r>
          </a:p>
        </p:txBody>
      </p:sp>
      <p:sp>
        <p:nvSpPr>
          <p:cNvPr id="9" name="">
            <a:extLst xmlns:a="http://schemas.openxmlformats.org/drawingml/2006/main">
              <a:ext uri="{FF2B5EF4-FFF2-40B4-BE49-F238E27FC236}">
                <a16:creationId xmlns:a16="http://schemas.microsoft.com/office/drawing/2014/main" id="{0C1A366E-BD94-42BA-8904-4B5DDAE64CD2}"/>
              </a:ext>
            </a:extLst>
          </p:cNvPr>
          <p:cNvSpPr>
            <a:spLocks xmlns:a="http://schemas.openxmlformats.org/drawingml/2006/main" noGrp="1"/>
          </p:cNvSpPr>
          <p:nvPr/>
        </p:nvSpPr>
        <p:spPr>
          <a:xfrm xmlns:a="http://schemas.openxmlformats.org/drawingml/2006/main">
            <a:off x="7562850" y="3895725"/>
            <a:ext cx="4019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약 4,953억 원 × 49.1%</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2,432억 원</a:t>
            </a:r>
          </a:p>
        </p:txBody>
      </p:sp>
      <p:sp>
        <p:nvSpPr>
          <p:cNvPr id="10" name="">
            <a:extLst xmlns:a="http://schemas.openxmlformats.org/drawingml/2006/main">
              <a:ext uri="{FF2B5EF4-FFF2-40B4-BE49-F238E27FC236}">
                <a16:creationId xmlns:a16="http://schemas.microsoft.com/office/drawing/2014/main" id="{6025F7BD-FC1D-4B01-A403-67FB49950277}"/>
              </a:ext>
            </a:extLst>
          </p:cNvPr>
          <p:cNvSpPr>
            <a:spLocks xmlns:a="http://schemas.openxmlformats.org/drawingml/2006/main" noGrp="1"/>
          </p:cNvSpPr>
          <p:nvPr/>
        </p:nvSpPr>
        <p:spPr>
          <a:xfrm xmlns:a="http://schemas.openxmlformats.org/drawingml/2006/main">
            <a:off x="7562850" y="5019675"/>
            <a:ext cx="4019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“어느 업종과 참여처를</a:t>
            </a:r>
          </a:p>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연결할 것인가?”로 구체화</a:t>
            </a:r>
          </a:p>
        </p:txBody>
      </p:sp>
      <p:sp>
        <p:nvSpPr>
          <p:cNvPr id="11" name="">
            <a:extLst xmlns:a="http://schemas.openxmlformats.org/drawingml/2006/main">
              <a:ext uri="{FF2B5EF4-FFF2-40B4-BE49-F238E27FC236}">
                <a16:creationId xmlns:a16="http://schemas.microsoft.com/office/drawing/2014/main" id="{A3989B9D-CC2D-4414-9F4A-C2F63C571EF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업종별 별도 ML 모델이 아니라 전체 소비 전망에 현재 업종 구성비를 적용한 표시용 가정입니다.</a:t>
            </a:r>
          </a:p>
        </p:txBody>
      </p:sp>
    </p:spTree>
    <p:extLst>
      <p:ext uri="{BB962C8B-B14F-4D97-AF65-F5344CB8AC3E}">
        <p14:creationId xmlns:p14="http://schemas.microsoft.com/office/powerpoint/2010/main" val="1619892090"/>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212842E-EA20-4B2C-AD25-0BB2F86DD00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8DC8E64-23ED-4281-8589-B2E6F0BACED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2.6 사업 조건 입력과 초안 생성</a:t>
            </a:r>
          </a:p>
        </p:txBody>
      </p:sp>
      <p:sp>
        <p:nvSpPr>
          <p:cNvPr id="3" name="">
            <a:extLst xmlns:a="http://schemas.openxmlformats.org/drawingml/2006/main">
              <a:ext uri="{FF2B5EF4-FFF2-40B4-BE49-F238E27FC236}">
                <a16:creationId xmlns:a16="http://schemas.microsoft.com/office/drawing/2014/main" id="{89E95CBE-500A-4AEC-AA62-32495E98DD9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9778AFE-A45A-485C-85C6-282786B7D46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38</a:t>
            </a:r>
          </a:p>
        </p:txBody>
      </p:sp>
      <p:sp>
        <p:nvSpPr>
          <p:cNvPr id="5" name="">
            <a:extLst xmlns:a="http://schemas.openxmlformats.org/drawingml/2006/main">
              <a:ext uri="{FF2B5EF4-FFF2-40B4-BE49-F238E27FC236}">
                <a16:creationId xmlns:a16="http://schemas.microsoft.com/office/drawing/2014/main" id="{ED474B94-8562-4E23-A5C4-E0A171F1BBAF}"/>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646825-FC48-4623-BC5A-76847C4906A6}"/>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5AC7851A-2A64-495D-B14A-6827F5F4738B}"/>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3E1B557C-F651-4673-B3BC-D3CF39578D78}"/>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4EF34A-BBDD-45CE-B503-1FC39627CC68}"/>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84A049-94E6-4D1C-BB12-8B59163C3D77}"/>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06B95298-99FB-4807-9AC4-CDE3FA947A94}"/>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441D256F-ECE9-4C6B-85B3-355DDE973513}"/>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69BCFF-B740-4F8B-BBB8-DB65331465FD}"/>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395DD7-4B8E-461D-AC98-2D6D91624200}"/>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2F001AF8-918B-414F-9F5C-B3541C53E3B6}"/>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6DE9BCAB-12A0-4B1C-A877-AAD0BFF7F3B0}"/>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87DDB0-72B7-460C-93E3-A88AE025E870}"/>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6D9EFD-9E66-482D-96D1-C81009B6CAE1}"/>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40B8BC6-2981-4426-B29D-3BB62697043F}"/>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82a261ec61443a5"/>
          <a:stretch xmlns:a="http://schemas.openxmlformats.org/drawingml/2006/main"/>
        </p:blipFill>
        <p:spPr>
          <a:xfrm xmlns:a="http://schemas.openxmlformats.org/drawingml/2006/main">
            <a:off x="1716405" y="3324225"/>
            <a:ext cx="3291840"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97D43A8-5DA9-4433-8934-B9392DD1459A}"/>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33459657-3090-4EE2-87FD-4973E6AC1763}"/>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71440492"/>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F95E9DA-EED0-4460-8DDB-B48CF17A6C6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AB3A05A-CD7D-4B95-B409-87DE26014FD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2.7 화면의 선택이 기획 근거로 이어지는 과정</a:t>
            </a:r>
          </a:p>
        </p:txBody>
      </p:sp>
      <p:sp>
        <p:nvSpPr>
          <p:cNvPr id="3" name="">
            <a:extLst xmlns:a="http://schemas.openxmlformats.org/drawingml/2006/main">
              <a:ext uri="{FF2B5EF4-FFF2-40B4-BE49-F238E27FC236}">
                <a16:creationId xmlns:a16="http://schemas.microsoft.com/office/drawing/2014/main" id="{B9A3FF5D-2F19-44FC-9584-E723B4AF885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12FACFD-E6C6-4109-BD2F-187ADA1E8EA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38</a:t>
            </a:r>
          </a:p>
        </p:txBody>
      </p:sp>
      <p:sp>
        <p:nvSpPr>
          <p:cNvPr id="5" name="">
            <a:extLst xmlns:a="http://schemas.openxmlformats.org/drawingml/2006/main">
              <a:ext uri="{FF2B5EF4-FFF2-40B4-BE49-F238E27FC236}">
                <a16:creationId xmlns:a16="http://schemas.microsoft.com/office/drawing/2014/main" id="{96904E37-A7B7-43E5-B12E-F52631245046}"/>
              </a:ext>
            </a:extLst>
          </p:cNvPr>
          <p:cNvSpPr>
            <a:spLocks xmlns:a="http://schemas.openxmlformats.org/drawingml/2006/main" noGrp="1"/>
          </p:cNvSpPr>
          <p:nvPr/>
        </p:nvSpPr>
        <p:spPr>
          <a:xfrm xmlns:a="http://schemas.openxmlformats.org/drawingml/2006/main">
            <a:off x="53340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32C30C-6FC0-4649-8CC6-967E18AFE965}"/>
              </a:ext>
            </a:extLst>
          </p:cNvPr>
          <p:cNvSpPr>
            <a:spLocks xmlns:a="http://schemas.openxmlformats.org/drawingml/2006/main" noGrp="1"/>
          </p:cNvSpPr>
          <p:nvPr/>
        </p:nvSpPr>
        <p:spPr>
          <a:xfrm xmlns:a="http://schemas.openxmlformats.org/drawingml/2006/main">
            <a:off x="7048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대시보드</a:t>
            </a:r>
          </a:p>
        </p:txBody>
      </p:sp>
      <p:sp>
        <p:nvSpPr>
          <p:cNvPr id="7" name="">
            <a:extLst xmlns:a="http://schemas.openxmlformats.org/drawingml/2006/main">
              <a:ext uri="{FF2B5EF4-FFF2-40B4-BE49-F238E27FC236}">
                <a16:creationId xmlns:a16="http://schemas.microsoft.com/office/drawing/2014/main" id="{CF167758-BE96-411D-95E1-3D8B682BF055}"/>
              </a:ext>
            </a:extLst>
          </p:cNvPr>
          <p:cNvSpPr>
            <a:spLocks xmlns:a="http://schemas.openxmlformats.org/drawingml/2006/main" noGrp="1"/>
          </p:cNvSpPr>
          <p:nvPr/>
        </p:nvSpPr>
        <p:spPr>
          <a:xfrm xmlns:a="http://schemas.openxmlformats.org/drawingml/2006/main">
            <a:off x="7048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코드 선택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지표·월별 흐름 확인</a:t>
            </a:r>
          </a:p>
        </p:txBody>
      </p:sp>
      <p:sp>
        <p:nvSpPr>
          <p:cNvPr id="8" name="">
            <a:extLst xmlns:a="http://schemas.openxmlformats.org/drawingml/2006/main">
              <a:ext uri="{FF2B5EF4-FFF2-40B4-BE49-F238E27FC236}">
                <a16:creationId xmlns:a16="http://schemas.microsoft.com/office/drawing/2014/main" id="{AFFAC84C-EE8E-4A8D-B64D-2B666906E89B}"/>
              </a:ext>
            </a:extLst>
          </p:cNvPr>
          <p:cNvSpPr>
            <a:spLocks xmlns:a="http://schemas.openxmlformats.org/drawingml/2006/main" noGrp="1"/>
          </p:cNvSpPr>
          <p:nvPr/>
        </p:nvSpPr>
        <p:spPr>
          <a:xfrm xmlns:a="http://schemas.openxmlformats.org/drawingml/2006/main">
            <a:off x="31718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E0B899-B26E-42E2-9375-143A1FFB41F0}"/>
              </a:ext>
            </a:extLst>
          </p:cNvPr>
          <p:cNvSpPr>
            <a:spLocks xmlns:a="http://schemas.openxmlformats.org/drawingml/2006/main" noGrp="1"/>
          </p:cNvSpPr>
          <p:nvPr/>
        </p:nvSpPr>
        <p:spPr>
          <a:xfrm xmlns:a="http://schemas.openxmlformats.org/drawingml/2006/main">
            <a:off x="33718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56EC79-7021-401D-B0DE-6894303C1B7A}"/>
              </a:ext>
            </a:extLst>
          </p:cNvPr>
          <p:cNvSpPr>
            <a:spLocks xmlns:a="http://schemas.openxmlformats.org/drawingml/2006/main" noGrp="1"/>
          </p:cNvSpPr>
          <p:nvPr/>
        </p:nvSpPr>
        <p:spPr>
          <a:xfrm xmlns:a="http://schemas.openxmlformats.org/drawingml/2006/main">
            <a:off x="35433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입력</a:t>
            </a:r>
          </a:p>
        </p:txBody>
      </p:sp>
      <p:sp>
        <p:nvSpPr>
          <p:cNvPr id="11" name="">
            <a:extLst xmlns:a="http://schemas.openxmlformats.org/drawingml/2006/main">
              <a:ext uri="{FF2B5EF4-FFF2-40B4-BE49-F238E27FC236}">
                <a16:creationId xmlns:a16="http://schemas.microsoft.com/office/drawing/2014/main" id="{CD86857F-BF0E-4DD0-B3B0-F01272B8ACB7}"/>
              </a:ext>
            </a:extLst>
          </p:cNvPr>
          <p:cNvSpPr>
            <a:spLocks xmlns:a="http://schemas.openxmlformats.org/drawingml/2006/main" noGrp="1"/>
          </p:cNvSpPr>
          <p:nvPr/>
        </p:nvSpPr>
        <p:spPr>
          <a:xfrm xmlns:a="http://schemas.openxmlformats.org/drawingml/2006/main">
            <a:off x="35433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방향·참고 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시범 월·제외 조건</a:t>
            </a:r>
          </a:p>
        </p:txBody>
      </p:sp>
      <p:sp>
        <p:nvSpPr>
          <p:cNvPr id="12" name="">
            <a:extLst xmlns:a="http://schemas.openxmlformats.org/drawingml/2006/main">
              <a:ext uri="{FF2B5EF4-FFF2-40B4-BE49-F238E27FC236}">
                <a16:creationId xmlns:a16="http://schemas.microsoft.com/office/drawing/2014/main" id="{B43C4952-0E38-4CCD-84DE-B580315D1DD9}"/>
              </a:ext>
            </a:extLst>
          </p:cNvPr>
          <p:cNvSpPr>
            <a:spLocks xmlns:a="http://schemas.openxmlformats.org/drawingml/2006/main" noGrp="1"/>
          </p:cNvSpPr>
          <p:nvPr/>
        </p:nvSpPr>
        <p:spPr>
          <a:xfrm xmlns:a="http://schemas.openxmlformats.org/drawingml/2006/main">
            <a:off x="601027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639F3E-ACC0-4E7C-835B-60BA864506AE}"/>
              </a:ext>
            </a:extLst>
          </p:cNvPr>
          <p:cNvSpPr>
            <a:spLocks xmlns:a="http://schemas.openxmlformats.org/drawingml/2006/main" noGrp="1"/>
          </p:cNvSpPr>
          <p:nvPr/>
        </p:nvSpPr>
        <p:spPr>
          <a:xfrm xmlns:a="http://schemas.openxmlformats.org/drawingml/2006/main">
            <a:off x="6210300" y="1828800"/>
            <a:ext cx="2609850" cy="1524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7651BC-B1E4-45C5-81A9-16265A95AD36}"/>
              </a:ext>
            </a:extLst>
          </p:cNvPr>
          <p:cNvSpPr>
            <a:spLocks xmlns:a="http://schemas.openxmlformats.org/drawingml/2006/main" noGrp="1"/>
          </p:cNvSpPr>
          <p:nvPr/>
        </p:nvSpPr>
        <p:spPr>
          <a:xfrm xmlns:a="http://schemas.openxmlformats.org/drawingml/2006/main">
            <a:off x="63817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서버 근거 구성</a:t>
            </a:r>
          </a:p>
        </p:txBody>
      </p:sp>
      <p:sp>
        <p:nvSpPr>
          <p:cNvPr id="15" name="">
            <a:extLst xmlns:a="http://schemas.openxmlformats.org/drawingml/2006/main">
              <a:ext uri="{FF2B5EF4-FFF2-40B4-BE49-F238E27FC236}">
                <a16:creationId xmlns:a16="http://schemas.microsoft.com/office/drawing/2014/main" id="{EE3C95EF-DFE6-4FE7-BBB1-0AB36A889615}"/>
              </a:ext>
            </a:extLst>
          </p:cNvPr>
          <p:cNvSpPr>
            <a:spLocks xmlns:a="http://schemas.openxmlformats.org/drawingml/2006/main" noGrp="1"/>
          </p:cNvSpPr>
          <p:nvPr/>
        </p:nvSpPr>
        <p:spPr>
          <a:xfrm xmlns:a="http://schemas.openxmlformats.org/drawingml/2006/main">
            <a:off x="63817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관측·ML·공식 사례</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사용자 조건 결합</a:t>
            </a:r>
          </a:p>
        </p:txBody>
      </p:sp>
      <p:sp>
        <p:nvSpPr>
          <p:cNvPr id="16" name="">
            <a:extLst xmlns:a="http://schemas.openxmlformats.org/drawingml/2006/main">
              <a:ext uri="{FF2B5EF4-FFF2-40B4-BE49-F238E27FC236}">
                <a16:creationId xmlns:a16="http://schemas.microsoft.com/office/drawing/2014/main" id="{0914DFEE-E91A-440E-8D0E-D716839E5D1D}"/>
              </a:ext>
            </a:extLst>
          </p:cNvPr>
          <p:cNvSpPr>
            <a:spLocks xmlns:a="http://schemas.openxmlformats.org/drawingml/2006/main" noGrp="1"/>
          </p:cNvSpPr>
          <p:nvPr/>
        </p:nvSpPr>
        <p:spPr>
          <a:xfrm xmlns:a="http://schemas.openxmlformats.org/drawingml/2006/main">
            <a:off x="88487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9E25840-6F02-4836-92E3-F9588B1EE948}"/>
              </a:ext>
            </a:extLst>
          </p:cNvPr>
          <p:cNvSpPr>
            <a:spLocks xmlns:a="http://schemas.openxmlformats.org/drawingml/2006/main" noGrp="1"/>
          </p:cNvSpPr>
          <p:nvPr/>
        </p:nvSpPr>
        <p:spPr>
          <a:xfrm xmlns:a="http://schemas.openxmlformats.org/drawingml/2006/main">
            <a:off x="90487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9FAAF2-F667-4BCB-89D0-09FB52B4DC7E}"/>
              </a:ext>
            </a:extLst>
          </p:cNvPr>
          <p:cNvSpPr>
            <a:spLocks xmlns:a="http://schemas.openxmlformats.org/drawingml/2006/main" noGrp="1"/>
          </p:cNvSpPr>
          <p:nvPr/>
        </p:nvSpPr>
        <p:spPr>
          <a:xfrm xmlns:a="http://schemas.openxmlformats.org/drawingml/2006/main">
            <a:off x="92202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기획안·문서</a:t>
            </a:r>
          </a:p>
        </p:txBody>
      </p:sp>
      <p:sp>
        <p:nvSpPr>
          <p:cNvPr id="19" name="">
            <a:extLst xmlns:a="http://schemas.openxmlformats.org/drawingml/2006/main">
              <a:ext uri="{FF2B5EF4-FFF2-40B4-BE49-F238E27FC236}">
                <a16:creationId xmlns:a16="http://schemas.microsoft.com/office/drawing/2014/main" id="{EE534B45-08C4-4622-B7C5-F464BFD63CF3}"/>
              </a:ext>
            </a:extLst>
          </p:cNvPr>
          <p:cNvSpPr>
            <a:spLocks xmlns:a="http://schemas.openxmlformats.org/drawingml/2006/main" noGrp="1"/>
          </p:cNvSpPr>
          <p:nvPr/>
        </p:nvSpPr>
        <p:spPr>
          <a:xfrm xmlns:a="http://schemas.openxmlformats.org/drawingml/2006/main">
            <a:off x="92202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비교·본문 작성</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검토·수정·출력</a:t>
            </a:r>
          </a:p>
        </p:txBody>
      </p:sp>
      <p:sp>
        <p:nvSpPr>
          <p:cNvPr id="20" name="">
            <a:extLst xmlns:a="http://schemas.openxmlformats.org/drawingml/2006/main">
              <a:ext uri="{FF2B5EF4-FFF2-40B4-BE49-F238E27FC236}">
                <a16:creationId xmlns:a16="http://schemas.microsoft.com/office/drawing/2014/main" id="{7592F68B-D3D0-4C55-BBC4-6A80619F0DDC}"/>
              </a:ext>
            </a:extLst>
          </p:cNvPr>
          <p:cNvSpPr>
            <a:spLocks xmlns:a="http://schemas.openxmlformats.org/drawingml/2006/main" noGrp="1"/>
          </p:cNvSpPr>
          <p:nvPr/>
        </p:nvSpPr>
        <p:spPr>
          <a:xfrm xmlns:a="http://schemas.openxmlformats.org/drawingml/2006/main">
            <a:off x="533400" y="39147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화면 사이에 유지하는 정보</a:t>
            </a:r>
          </a:p>
        </p:txBody>
      </p:sp>
      <p:sp>
        <p:nvSpPr>
          <p:cNvPr id="21" name="">
            <a:extLst xmlns:a="http://schemas.openxmlformats.org/drawingml/2006/main">
              <a:ext uri="{FF2B5EF4-FFF2-40B4-BE49-F238E27FC236}">
                <a16:creationId xmlns:a16="http://schemas.microsoft.com/office/drawing/2014/main" id="{568BC0CF-3FD5-4E98-961D-D4AB3A46A340}"/>
              </a:ext>
            </a:extLst>
          </p:cNvPr>
          <p:cNvSpPr>
            <a:spLocks xmlns:a="http://schemas.openxmlformats.org/drawingml/2006/main" noGrp="1"/>
          </p:cNvSpPr>
          <p:nvPr/>
        </p:nvSpPr>
        <p:spPr>
          <a:xfrm xmlns:a="http://schemas.openxmlformats.org/drawingml/2006/main">
            <a:off x="533400" y="4514850"/>
            <a:ext cx="5124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선택 지역 코드·이름</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사용자가 정한 사업 조건</a:t>
            </a:r>
          </a:p>
        </p:txBody>
      </p:sp>
      <p:sp>
        <p:nvSpPr>
          <p:cNvPr id="22" name="">
            <a:extLst xmlns:a="http://schemas.openxmlformats.org/drawingml/2006/main">
              <a:ext uri="{FF2B5EF4-FFF2-40B4-BE49-F238E27FC236}">
                <a16:creationId xmlns:a16="http://schemas.microsoft.com/office/drawing/2014/main" id="{140E254F-02A0-4A24-B735-4FAEA11DA15A}"/>
              </a:ext>
            </a:extLst>
          </p:cNvPr>
          <p:cNvSpPr>
            <a:spLocks xmlns:a="http://schemas.openxmlformats.org/drawingml/2006/main" noGrp="1"/>
          </p:cNvSpPr>
          <p:nvPr/>
        </p:nvSpPr>
        <p:spPr>
          <a:xfrm xmlns:a="http://schemas.openxmlformats.org/drawingml/2006/main">
            <a:off x="6343650" y="3914775"/>
            <a:ext cx="531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서버가 다시 확인하는 정보</a:t>
            </a:r>
          </a:p>
        </p:txBody>
      </p:sp>
      <p:sp>
        <p:nvSpPr>
          <p:cNvPr id="23" name="">
            <a:extLst xmlns:a="http://schemas.openxmlformats.org/drawingml/2006/main">
              <a:ext uri="{FF2B5EF4-FFF2-40B4-BE49-F238E27FC236}">
                <a16:creationId xmlns:a16="http://schemas.microsoft.com/office/drawing/2014/main" id="{B39957E2-746C-42DD-8B66-A8CEDB7C9CB0}"/>
              </a:ext>
            </a:extLst>
          </p:cNvPr>
          <p:cNvSpPr>
            <a:spLocks xmlns:a="http://schemas.openxmlformats.org/drawingml/2006/main" noGrp="1"/>
          </p:cNvSpPr>
          <p:nvPr/>
        </p:nvSpPr>
        <p:spPr>
          <a:xfrm xmlns:a="http://schemas.openxmlformats.org/drawingml/2006/main">
            <a:off x="6343650" y="4514850"/>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해당 지역의 원자료·저장 ML·출처</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모델 연결과 입력 조건</a:t>
            </a:r>
          </a:p>
        </p:txBody>
      </p:sp>
      <p:sp>
        <p:nvSpPr>
          <p:cNvPr id="24" name="">
            <a:extLst xmlns:a="http://schemas.openxmlformats.org/drawingml/2006/main">
              <a:ext uri="{FF2B5EF4-FFF2-40B4-BE49-F238E27FC236}">
                <a16:creationId xmlns:a16="http://schemas.microsoft.com/office/drawing/2014/main" id="{AE18C837-E455-4F76-B671-E4B24A55BE2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LLM은 화면 캡처를 해석해 기획하지 않습니다. 서버가 구조화한 사실·전망·사례를 전달받습니다.</a:t>
            </a:r>
          </a:p>
        </p:txBody>
      </p:sp>
    </p:spTree>
    <p:extLst>
      <p:ext uri="{BB962C8B-B14F-4D97-AF65-F5344CB8AC3E}">
        <p14:creationId xmlns:p14="http://schemas.microsoft.com/office/powerpoint/2010/main" val="1332521980"/>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8E72DCC-91A8-4F2D-B4F2-F3C2CA791EE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1C3C081-92BF-49FE-B69B-327201680E6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3" name="">
            <a:extLst xmlns:a="http://schemas.openxmlformats.org/drawingml/2006/main">
              <a:ext uri="{FF2B5EF4-FFF2-40B4-BE49-F238E27FC236}">
                <a16:creationId xmlns:a16="http://schemas.microsoft.com/office/drawing/2014/main" id="{7D7688F5-616A-411B-9E0E-5FD3569140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09EA6C3B-ABAC-45FB-B00E-37DF69796AA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38</a:t>
            </a:r>
          </a:p>
        </p:txBody>
      </p:sp>
      <p:sp>
        <p:nvSpPr>
          <p:cNvPr id="5" name="">
            <a:extLst xmlns:a="http://schemas.openxmlformats.org/drawingml/2006/main">
              <a:ext uri="{FF2B5EF4-FFF2-40B4-BE49-F238E27FC236}">
                <a16:creationId xmlns:a16="http://schemas.microsoft.com/office/drawing/2014/main" id="{F4A63C63-3EAA-4E37-B23F-E3F5EAE00D2F}"/>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6FCF47-F29F-4E3C-B257-52725459E6C4}"/>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2F833B35-1521-4805-B2D4-42B0B28CEA85}"/>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2373A848-DBBA-4A3C-B403-F485FF51B4CB}"/>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BD6F6C-919A-4D27-A864-FE6255D1466E}"/>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F589D9CB-46A0-4119-92A2-C36C168D7B7A}"/>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1996A09F-A5B7-4C48-8F55-1D05C52A4DD1}"/>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2815FC-A499-4A17-8180-DA281B0BFAF5}"/>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11F6157F-4A6C-4581-8AEE-B8E94674CE81}"/>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8DC7798A-8E0A-4752-8C96-7B9A044AE5AE}"/>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9535842-8FDA-4846-A321-55316613D556}"/>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9AA77B-E69B-459A-900D-5026DDBBDC9B}"/>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03A27132-BBEE-40CB-88BF-6EDF0BC72E3A}"/>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03E2A6DE-A8DB-4A2A-A68C-845D0ADA1509}"/>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96E2420-EE31-424E-829F-2F11EB63771C}"/>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28781192-5B30-478C-9CC8-908EBAEFFEA1}"/>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57F95E80-5DBD-4A68-8369-FE5807A7AC90}"/>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2477690-0814-4FC5-A18B-AAA635062101}"/>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AA5F8C8-58FF-4419-AA29-131F1E6504A8}"/>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F485584E-BD2D-4B71-B3BC-72827397E32A}"/>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0D617471-88D0-454E-9B5A-648EE8BF9659}"/>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5C2E19A-77CC-42C4-B82C-327A9A6F65CF}"/>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8CB11E8-BA92-476C-9CE8-4BE86983D403}"/>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386CEC30-C178-4256-9B0D-273AA7B8C373}"/>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540AE98C-1B38-48F7-8838-E81A2B52B768}"/>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40296D7-8208-42A3-865A-F750D23BBD6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714151153"/>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C5BCBD-FDAB-4C5C-B1F1-BC49B8F819B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8BD0FA-0632-49F6-BBA6-D2D35BED27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3" name="">
            <a:extLst xmlns:a="http://schemas.openxmlformats.org/drawingml/2006/main">
              <a:ext uri="{FF2B5EF4-FFF2-40B4-BE49-F238E27FC236}">
                <a16:creationId xmlns:a16="http://schemas.microsoft.com/office/drawing/2014/main" id="{03F192F9-E997-4C0E-899D-1367F1A55DE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7C7A8A13-8BE4-4D94-8F6E-A9DFF585DA2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38</a:t>
            </a:r>
          </a:p>
        </p:txBody>
      </p:sp>
      <p:sp>
        <p:nvSpPr>
          <p:cNvPr id="5" name="">
            <a:extLst xmlns:a="http://schemas.openxmlformats.org/drawingml/2006/main">
              <a:ext uri="{FF2B5EF4-FFF2-40B4-BE49-F238E27FC236}">
                <a16:creationId xmlns:a16="http://schemas.microsoft.com/office/drawing/2014/main" id="{E6E3AF4B-7F42-4BFE-9A1B-5D25E3AFEC82}"/>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16A94B8D-8127-4B99-9194-A8BBC48460F2}"/>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AEDABC65-8C7D-4938-9E9E-A41E2F719310}"/>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1733EC1C-4AF9-4B42-92DF-FAA745FA5E14}"/>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685EA6-8791-4403-B839-7F9F7D42000E}"/>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25ABE0F5-B860-4193-8C69-F3681D28104E}"/>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7AF269AF-4E7C-4F15-915A-A515552E0FF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304938952"/>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A2D05E-1F7F-404B-924D-61DA1DF6599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85DC466-57A3-4FED-81AD-1899904E3B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3" name="">
            <a:extLst xmlns:a="http://schemas.openxmlformats.org/drawingml/2006/main">
              <a:ext uri="{FF2B5EF4-FFF2-40B4-BE49-F238E27FC236}">
                <a16:creationId xmlns:a16="http://schemas.microsoft.com/office/drawing/2014/main" id="{B5276B17-42A1-4A3A-BDAD-EBFFBFA4514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613B06F3-DC3F-49B7-A0DE-5279EE56BCA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38</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3E4DC1E8-7F18-4F28-8AF4-B61394147A9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538964447"/>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174436-15DE-4AC9-8CF2-087324B383D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EFC4CB7-C4AD-477E-BA43-E1EB4B671CD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3" name="">
            <a:extLst xmlns:a="http://schemas.openxmlformats.org/drawingml/2006/main">
              <a:ext uri="{FF2B5EF4-FFF2-40B4-BE49-F238E27FC236}">
                <a16:creationId xmlns:a16="http://schemas.microsoft.com/office/drawing/2014/main" id="{F0B0F5AB-665F-4BE8-9A1F-6589B550933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A08F46CC-E2A1-4D3C-96CF-EA21A114615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38</a:t>
            </a:r>
          </a:p>
        </p:txBody>
      </p:sp>
      <p:sp>
        <p:nvSpPr>
          <p:cNvPr id="5" name="">
            <a:extLst xmlns:a="http://schemas.openxmlformats.org/drawingml/2006/main">
              <a:ext uri="{FF2B5EF4-FFF2-40B4-BE49-F238E27FC236}">
                <a16:creationId xmlns:a16="http://schemas.microsoft.com/office/drawing/2014/main" id="{FED128F7-6D1F-4BE6-AF45-48637718E3F7}"/>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6F9543-3894-4276-9312-AABB21A8FCE7}"/>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10589316-EC60-4FC3-BC23-0B5A1769D1E6}"/>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5A27A9B4-81B7-42EB-9D88-8C09BB3DC6CF}"/>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4675F4-E81A-4308-93C0-8D817E8035AE}"/>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4E3C13-7CC9-4363-ADDF-CB11D01A2155}"/>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F75BF99E-A6FC-4850-9637-2F12D2EF3115}"/>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F107C263-5EBD-481B-AAB5-1A1A2FADD05B}"/>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A912F2-47E0-480F-815A-82F29FCCF994}"/>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39FECF-C527-4C31-9E5D-9F573791841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2D5FF0C3-3287-45C0-A028-B29F11AFCCCD}"/>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30627AFC-082C-49C1-A9D6-01BE8538C9E1}"/>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AC6C08-D5D3-4501-A2E9-6FF382BC268E}"/>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08A774-6707-4F6C-9860-BA673B0E9E43}"/>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62023501-5112-4C89-A02A-721E4ED0F149}"/>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9177336C-0194-4476-9658-A5097AD6E446}"/>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DB3B26A9-3922-4F05-93C3-7629517DC81F}"/>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86BD52-AB99-4303-B6FE-3DA7C1CB200F}"/>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CE244EFD-60C7-4BB1-9DC8-6B58FC2362C0}"/>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2784E37D-D035-46C1-A7D7-20489CA8EC41}"/>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4425492-C119-4384-941F-E95E135DE5A8}"/>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AFF4C4FF-CA8B-4F27-AAFF-335F8FA8185F}"/>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8E10F5D9-FE3B-46FD-BDA0-032038389809}"/>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3355D27-5AC9-460B-BFCF-5DF40FF645B0}"/>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92100998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0930A3F-01D7-4856-9A43-AAC5A3C1342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36789BB-D630-42A9-94D5-43F6E2CEDBD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3" name="">
            <a:extLst xmlns:a="http://schemas.openxmlformats.org/drawingml/2006/main">
              <a:ext uri="{FF2B5EF4-FFF2-40B4-BE49-F238E27FC236}">
                <a16:creationId xmlns:a16="http://schemas.microsoft.com/office/drawing/2014/main" id="{75EC0A7D-B865-4115-9A26-D24490DE63C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E71262D1-4310-44C5-A94B-EBE68E76E0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38</a:t>
            </a:r>
          </a:p>
        </p:txBody>
      </p:sp>
      <p:sp>
        <p:nvSpPr>
          <p:cNvPr id="5" name="">
            <a:extLst xmlns:a="http://schemas.openxmlformats.org/drawingml/2006/main">
              <a:ext uri="{FF2B5EF4-FFF2-40B4-BE49-F238E27FC236}">
                <a16:creationId xmlns:a16="http://schemas.microsoft.com/office/drawing/2014/main" id="{AF233668-27AD-44C7-946E-45F92F464073}"/>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266864-2814-4933-B8F3-7F9027D000B6}"/>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31297F7F-ACBB-4406-8067-86D2A964081D}"/>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824AC648-CAF1-43C8-A228-1B389C3E8CBF}"/>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205C46-AC7C-4700-AAC9-CDD690524E66}"/>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82BAB4DD-27DB-4006-A2BB-84E722778773}"/>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59858E20-8CDB-43D7-BBB2-E0EF142FEED4}"/>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1483AD-5F61-49EB-82D7-8F625C6CC36A}"/>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DBDA81C2-0B60-409D-A93A-8C3D57513DC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D5C981-EE93-4C94-A1F7-78A78461381E}"/>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ACFB4C9F-2105-4BA1-8DB2-E93A926D73B9}"/>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E49499D4-CB86-46D9-BD3A-0A925DE48356}"/>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35F69D-B62B-42A1-A86A-51B8FB1BAD01}"/>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027BB84-3D65-4108-B155-1EA6E6B49D40}"/>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DC50C22A-FEDA-4B61-A6CB-6D0205958B38}"/>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778D5BE4-5DC4-47A0-9E17-C68C082A45FA}"/>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3AD3167-BE39-4307-9ED4-CE2880A4C630}"/>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A94BEE7A-26B1-4CD3-A81C-B5DF03530840}"/>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0AEB423D-20D6-4B1A-BB4C-CB4256248594}"/>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DFC8647-5836-4CE1-BACA-B19C7E78BA48}"/>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DA0C3000-D088-4B35-B5E5-9DB326E12DF9}"/>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A6072A53-C7F9-4E86-AC46-6BF12A34C44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641568005"/>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2C3834-3BFD-4EA9-B55D-BAEE2469F3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B4F7031-F234-47C7-98ED-A327B4ACEF0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3" name="">
            <a:extLst xmlns:a="http://schemas.openxmlformats.org/drawingml/2006/main">
              <a:ext uri="{FF2B5EF4-FFF2-40B4-BE49-F238E27FC236}">
                <a16:creationId xmlns:a16="http://schemas.microsoft.com/office/drawing/2014/main" id="{607060C9-997B-4CF8-9DD9-273D69481B4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598670D5-976E-402B-B107-8DF74955694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38</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54887410-721B-4129-9700-D1BB916C9EA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270698599"/>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E2AE365-E0A4-4340-B3B2-B5E038637FA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12D05F4-A6A6-46E7-ADB3-9BB36D4F9EA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3" name="">
            <a:extLst xmlns:a="http://schemas.openxmlformats.org/drawingml/2006/main">
              <a:ext uri="{FF2B5EF4-FFF2-40B4-BE49-F238E27FC236}">
                <a16:creationId xmlns:a16="http://schemas.microsoft.com/office/drawing/2014/main" id="{B116B151-BE18-4090-9147-B46A7C4E824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C01EA4C2-A0B3-4277-B508-F7ACB06A95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38</a:t>
            </a:r>
          </a:p>
        </p:txBody>
      </p:sp>
      <p:sp>
        <p:nvSpPr>
          <p:cNvPr id="5" name="">
            <a:extLst xmlns:a="http://schemas.openxmlformats.org/drawingml/2006/main">
              <a:ext uri="{FF2B5EF4-FFF2-40B4-BE49-F238E27FC236}">
                <a16:creationId xmlns:a16="http://schemas.microsoft.com/office/drawing/2014/main" id="{278040B0-E9AA-4ACF-990F-9F0C27E30135}"/>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EC62F9A0-7B13-4F93-84CF-DC161480C8C3}"/>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2BCA7F-F1AD-4B76-92DA-0DC6C79E8097}"/>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EF02C506-E7EC-4323-88C6-4BA834D0A796}"/>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B8E24723-7F6E-47D1-ABB3-8616065D7C80}"/>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FD4CBA-AF99-4D6A-901D-11553E5E0726}"/>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C307F9-8409-4522-AAC3-DBA7346C5A18}"/>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08BF8077-2497-4981-AB68-0FE6BCBD0EE6}"/>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A17DD0EF-4CA6-4DFC-B96C-BEFCD2B107EB}"/>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3D60B8-24DA-46B6-A116-7C6B2632AB8B}"/>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F90066-E4C8-40AC-886F-08159AD4D786}"/>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32CBDED3-746E-49EC-BCB7-34795A5E4238}"/>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1FD8CC5B-6933-4DD5-824E-71091AE83D04}"/>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95F76C87-C395-465A-AC97-EF9D0411244F}"/>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7C920642-5E18-4ED3-BFE0-610D06DC8A0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261054579"/>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DED151-5B5B-46B6-A336-F113DD00DA8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F58AFD0-A3B0-43D7-8A82-1F7FB38BFFD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3" name="">
            <a:extLst xmlns:a="http://schemas.openxmlformats.org/drawingml/2006/main">
              <a:ext uri="{FF2B5EF4-FFF2-40B4-BE49-F238E27FC236}">
                <a16:creationId xmlns:a16="http://schemas.microsoft.com/office/drawing/2014/main" id="{55AA6728-F0D5-4BDD-AD37-1866D6E5F6A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3B210658-8545-4E6B-8BE2-190C040D0B6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38</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5d1b48e8b0a04022"/>
          </a:graphicData>
        </a:graphic>
      </p:graphicFrame>
      <p:sp>
        <p:nvSpPr>
          <p:cNvPr id="6" name="">
            <a:extLst xmlns:a="http://schemas.openxmlformats.org/drawingml/2006/main">
              <a:ext uri="{FF2B5EF4-FFF2-40B4-BE49-F238E27FC236}">
                <a16:creationId xmlns:a16="http://schemas.microsoft.com/office/drawing/2014/main" id="{B1D88C0D-6607-4252-A27F-1FB0224724B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3E3C635B-2127-4BD2-9E59-BEEFE5DC09FF}"/>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E0311260-402B-41B0-A561-652BFF10B125}"/>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9F16DA73-3D9F-465D-9B90-CF7E61246CF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787212898"/>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08EE9F5-04E2-414B-9740-28E36C38643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64709C6-D43D-4A87-AA9A-70D6492B27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3" name="">
            <a:extLst xmlns:a="http://schemas.openxmlformats.org/drawingml/2006/main">
              <a:ext uri="{FF2B5EF4-FFF2-40B4-BE49-F238E27FC236}">
                <a16:creationId xmlns:a16="http://schemas.microsoft.com/office/drawing/2014/main" id="{19941FD7-2B5A-4C11-B11D-6F254690B13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17EAD3AD-587C-4608-94F0-D59494E0DC7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38</a:t>
            </a:r>
          </a:p>
        </p:txBody>
      </p:sp>
      <p:sp>
        <p:nvSpPr>
          <p:cNvPr id="5" name="">
            <a:extLst xmlns:a="http://schemas.openxmlformats.org/drawingml/2006/main">
              <a:ext uri="{FF2B5EF4-FFF2-40B4-BE49-F238E27FC236}">
                <a16:creationId xmlns:a16="http://schemas.microsoft.com/office/drawing/2014/main" id="{2B96DFFF-A921-4129-95AE-469DAC6F4B04}"/>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0F4B77-3EC6-4F3F-B2D2-5ED126848F55}"/>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95EB15A0-6187-4006-9874-C3F33B1128FD}"/>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8741E54D-A5E0-4F3F-BAF9-63D53588DACD}"/>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48575C-B74A-49F2-8912-173ADEB7E472}"/>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E0E746-BDB1-4BE6-AED9-3336EB56AD83}"/>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37FC5BEA-1141-40E2-9122-0851EC36F7E5}"/>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30FB079B-E205-4DC8-8110-FB619200985C}"/>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B35D3D-30E8-4894-A508-B1120C50E787}"/>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B9E089-9A7D-4E51-989F-9D1603BDE195}"/>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FC030961-FF19-48F3-9F63-5F0D16D5DE80}"/>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C305558A-D818-499E-BCF7-F15CF4FBD29D}"/>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E5838B-E224-4F6D-AB10-160768A0DDF3}"/>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B46F36-9E18-4FF9-9B52-77A849FC2101}"/>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9E03A12C-10B1-4B55-A5FC-D82DCCB0789D}"/>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55C58BE2-6A47-4FF3-AC43-5D8F57C8D41D}"/>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90DE73F6-8BC1-48CF-8AD8-1905AF36C1C2}"/>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885ADBCE-066E-4914-8271-24A646459148}"/>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FF37A881-9009-4E2A-857F-2949965E8650}"/>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2BC72B10-D971-4EE6-8D9D-F072785F8D1F}"/>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E4D90A39-10E9-44BE-8663-7D654AC7744E}"/>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499BFA37-DB44-49B6-96AC-E06E3AEE6A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84835912"/>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B104C2-45AD-4883-A584-671950F2E38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AF77AE-6A95-416D-9C42-552B75E26CF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3" name="">
            <a:extLst xmlns:a="http://schemas.openxmlformats.org/drawingml/2006/main">
              <a:ext uri="{FF2B5EF4-FFF2-40B4-BE49-F238E27FC236}">
                <a16:creationId xmlns:a16="http://schemas.microsoft.com/office/drawing/2014/main" id="{0E444BCC-A354-4F00-A1AF-3677D9F7C07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97829E62-CCFD-4EB5-9367-C68DE1274A2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38</a:t>
            </a:r>
          </a:p>
        </p:txBody>
      </p:sp>
      <p:sp>
        <p:nvSpPr>
          <p:cNvPr id="5" name="">
            <a:extLst xmlns:a="http://schemas.openxmlformats.org/drawingml/2006/main">
              <a:ext uri="{FF2B5EF4-FFF2-40B4-BE49-F238E27FC236}">
                <a16:creationId xmlns:a16="http://schemas.microsoft.com/office/drawing/2014/main" id="{E0E58694-8D09-4BF6-B0A5-9A9AC7DF3FB3}"/>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07B5039D-E482-48EF-8E69-0919331273E1}"/>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25CBC5-1CF7-49E2-96E7-CA6C4D8932F1}"/>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5B4E4AC1-80BA-48F2-9887-F261B05B6485}"/>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5ECA7213-1A3B-46D1-97D1-20E64C3837D0}"/>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D5A9A1-AD04-4D9C-A930-FD5F9187AEE8}"/>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F6553F28-FE00-4DD0-A0D6-488E7DEDBC21}"/>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4E97D1-D5D6-4CE3-89A4-097047CF1C1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957845797"/>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FA74DF-2266-4900-B916-1156F951BEC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3BF0435-DBF8-420B-9596-5EAA9B4562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3" name="">
            <a:extLst xmlns:a="http://schemas.openxmlformats.org/drawingml/2006/main">
              <a:ext uri="{FF2B5EF4-FFF2-40B4-BE49-F238E27FC236}">
                <a16:creationId xmlns:a16="http://schemas.microsoft.com/office/drawing/2014/main" id="{68556802-1697-4025-A08C-0F3C015EBEF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B970D4A-BF42-44A9-8EF2-BE7AFD1B0A3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38</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37051DB9-7108-44AE-9391-CA3A078C61BC}"/>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1716423859"/>
      </p:ext>
    </p:extLst>
  </p:cSld>
</p:sld>
</file>

<file path=ppt/slides/slide23.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2792570-E7CB-49F4-AECB-FD088F953F3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A376154-E06B-4B53-850A-4F38EF88B4D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3" name="">
            <a:extLst xmlns:a="http://schemas.openxmlformats.org/drawingml/2006/main">
              <a:ext uri="{FF2B5EF4-FFF2-40B4-BE49-F238E27FC236}">
                <a16:creationId xmlns:a16="http://schemas.microsoft.com/office/drawing/2014/main" id="{1D4A5673-77F3-42E0-9480-89C36879696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DB50E794-2B7E-4869-AD9D-CC1A00B3EA9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23 / 38</a:t>
            </a:r>
          </a:p>
        </p:txBody>
      </p:sp>
      <p:sp>
        <p:nvSpPr>
          <p:cNvPr id="5" name="">
            <a:extLst xmlns:a="http://schemas.openxmlformats.org/drawingml/2006/main">
              <a:ext uri="{FF2B5EF4-FFF2-40B4-BE49-F238E27FC236}">
                <a16:creationId xmlns:a16="http://schemas.microsoft.com/office/drawing/2014/main" id="{073C321D-C08F-4678-81C8-6D81B81E942E}"/>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F62717-6253-483E-8A46-842CB1CFB18C}"/>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D049BBE7-5626-45AD-AF37-665DD9C7787C}"/>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32C9EF2B-C817-4A7E-8DE5-5052BA65B7D2}"/>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9E41EF-4242-46F9-B809-E64D7C123E34}"/>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53694977-710A-455D-A78D-4E05ABFCE4AB}"/>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FF13083A-8BDE-47C9-9CD5-34FF26469D13}"/>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15CB8C-FDAB-4226-9FAE-F9356AF78A26}"/>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7A92AC-C491-4F75-AF37-107B5D81D7F1}"/>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8D00EDB-A0BC-46DB-969B-CF9FBC091F25}"/>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77968A14-514C-4C52-9525-17D5D46C31F6}"/>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57814BE5-64F2-46DF-9D5E-C432F9853A7A}"/>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9E8E86-AD8D-44CD-ABEE-1F4FF448CF73}"/>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C92C0C9F-B5AD-435B-93C2-E9A5B4FE4253}"/>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0F15E0AD-B73D-45BA-9017-708D4605CE26}"/>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C92611E-2DFF-465C-BDC2-A78DA6F687D3}"/>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D17B7C0F-1EB3-4CDA-9987-20BA8B5A7D2D}"/>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226B0FC4-BF99-4D1A-890B-282DF061BBA2}"/>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1097718-8D23-4E26-8B9D-5411DA4FD15A}"/>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4355025-BCE9-4D58-8E64-A2BFCF2B8BFB}"/>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6A7C3185-8A4F-452A-8CE6-CF82AE0ECFFE}"/>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44570D8E-AB61-4343-B4E5-76C64CE74C6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498132869"/>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02B7BD-5557-4F95-8B17-9D4BD0273BD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90904AD-5E15-4E7C-82A5-EB24EEADFCE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3" name="">
            <a:extLst xmlns:a="http://schemas.openxmlformats.org/drawingml/2006/main">
              <a:ext uri="{FF2B5EF4-FFF2-40B4-BE49-F238E27FC236}">
                <a16:creationId xmlns:a16="http://schemas.microsoft.com/office/drawing/2014/main" id="{2100CA98-A49C-4386-9EA8-1CCA01ED125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A222A74-248A-4EBB-AEB8-DF15D99CF7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38</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268E42CA-EEBB-4C50-8896-C933FBC74EA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2099712012"/>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EE0C47-33A3-42C5-9569-BF6E1FAD084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194BF71-954C-4404-93F9-B8BA8D29E7D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3" name="">
            <a:extLst xmlns:a="http://schemas.openxmlformats.org/drawingml/2006/main">
              <a:ext uri="{FF2B5EF4-FFF2-40B4-BE49-F238E27FC236}">
                <a16:creationId xmlns:a16="http://schemas.microsoft.com/office/drawing/2014/main" id="{A3318289-84D7-4950-BB1B-697A636ABE7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B6E17B10-BFF3-4DDD-A0D2-E5CC719C789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38</a:t>
            </a:r>
          </a:p>
        </p:txBody>
      </p:sp>
      <p:sp>
        <p:nvSpPr>
          <p:cNvPr id="5" name="">
            <a:extLst xmlns:a="http://schemas.openxmlformats.org/drawingml/2006/main">
              <a:ext uri="{FF2B5EF4-FFF2-40B4-BE49-F238E27FC236}">
                <a16:creationId xmlns:a16="http://schemas.microsoft.com/office/drawing/2014/main" id="{30895F57-4BBA-4328-AE98-BA34CE7E1881}"/>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D474BAA7-580C-4AF2-A3AF-67F65607CBD3}"/>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988283-2FCA-4C95-8A9C-28FE5D09F7BD}"/>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F57EC1C8-1DA3-4BAF-B13F-D3127F842F69}"/>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1AAECBDB-7C19-4026-9F2C-616F0A9B41B0}"/>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6B8D43-5651-4C83-A9DC-9DAC3BA78B56}"/>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0FF964C8-BB50-405C-B980-17901990125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633684362"/>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F297CD-4780-424F-B547-DCD1AFCD004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BE2851E-6B5C-4F12-9B97-E10C10C20A0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3" name="">
            <a:extLst xmlns:a="http://schemas.openxmlformats.org/drawingml/2006/main">
              <a:ext uri="{FF2B5EF4-FFF2-40B4-BE49-F238E27FC236}">
                <a16:creationId xmlns:a16="http://schemas.microsoft.com/office/drawing/2014/main" id="{30EC2C62-407F-418C-90E1-977EDB8A86F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E184BED0-989A-4754-94CA-DB16C11039B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38</a:t>
            </a:r>
          </a:p>
        </p:txBody>
      </p:sp>
      <p:sp>
        <p:nvSpPr>
          <p:cNvPr id="5" name="">
            <a:extLst xmlns:a="http://schemas.openxmlformats.org/drawingml/2006/main">
              <a:ext uri="{FF2B5EF4-FFF2-40B4-BE49-F238E27FC236}">
                <a16:creationId xmlns:a16="http://schemas.microsoft.com/office/drawing/2014/main" id="{8C104A4F-A83E-4E1A-A6D7-A7CE295A6E4F}"/>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807ABDAD-0A7B-466E-A234-CCA2405A1BB6}"/>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1262ED-7C3D-4D91-89DF-C4B3CC010B78}"/>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EC8ADC0B-A575-4515-8C63-0E92AAA1438A}"/>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E2108C3D-CBC2-4720-9BE9-FF322B3F0801}"/>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0FA9E6-CB29-4E6D-ADAB-6B9E732ECB72}"/>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C0B86CD0-E819-477F-AE6F-96A7FE94B4D1}"/>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2C1683-74E4-412D-993D-5C43F402BC5C}"/>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A9685C77-B4EF-466A-A1A2-0753D3B56C55}"/>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F56037A8-7CDC-4488-8B10-4C3B59A7DA8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496151178"/>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0AD5FB-044A-44B7-9160-8679E4C4490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DB31BD7-52C7-4BA7-BBF1-FB0D3EDB9CA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3" name="">
            <a:extLst xmlns:a="http://schemas.openxmlformats.org/drawingml/2006/main">
              <a:ext uri="{FF2B5EF4-FFF2-40B4-BE49-F238E27FC236}">
                <a16:creationId xmlns:a16="http://schemas.microsoft.com/office/drawing/2014/main" id="{9E26C822-128E-45C7-B7CC-79BAF5E7F8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732295C6-C6DE-42B5-B850-E930F90E5E7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38</a:t>
            </a:r>
          </a:p>
        </p:txBody>
      </p:sp>
      <p:sp>
        <p:nvSpPr>
          <p:cNvPr id="5" name="">
            <a:extLst xmlns:a="http://schemas.openxmlformats.org/drawingml/2006/main">
              <a:ext uri="{FF2B5EF4-FFF2-40B4-BE49-F238E27FC236}">
                <a16:creationId xmlns:a16="http://schemas.microsoft.com/office/drawing/2014/main" id="{17BF970B-30D7-49A4-B237-18617C774F28}"/>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896DFD-0540-49DE-B518-385084E47CA2}"/>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D450F8E0-B0BB-41F7-97A9-64923895349C}"/>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A19CCF7E-4F7E-440A-AC4C-49CE30656FE2}"/>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31D42E-8DF8-4224-BC6E-C471143D9ABA}"/>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A6A592FF-1CBE-42FB-ADD9-9B2F624241A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2E1E2AAA-D4CB-4172-A093-A8DFB72A9314}"/>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98CEFA2-64B0-4050-84D2-BED6E80597F5}"/>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28F264B6-66F4-49C2-A100-56EB98A56340}"/>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81FFF8B6-4950-448F-AA25-51A4CBA05B3F}"/>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11BB37-4357-4C4E-8D2A-2BB548F9BD9F}"/>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9FD119FB-27A3-4196-AC3C-2B8A250D99D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202127464"/>
      </p:ext>
    </p:extLst>
  </p:cSld>
</p:sld>
</file>

<file path=ppt/slides/slide2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D90E0F-9625-4F95-ACD8-A12E3C32297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A5EFFA9-A611-4359-882C-73C8684ACD5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3" name="">
            <a:extLst xmlns:a="http://schemas.openxmlformats.org/drawingml/2006/main">
              <a:ext uri="{FF2B5EF4-FFF2-40B4-BE49-F238E27FC236}">
                <a16:creationId xmlns:a16="http://schemas.microsoft.com/office/drawing/2014/main" id="{46B91774-888F-43B8-BAFC-86C38A0836A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5A90EEF5-1DE2-4D00-9A31-B7C2842A64E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28 / 38</a:t>
            </a:r>
          </a:p>
        </p:txBody>
      </p:sp>
      <p:sp>
        <p:nvSpPr>
          <p:cNvPr id="5" name="">
            <a:extLst xmlns:a="http://schemas.openxmlformats.org/drawingml/2006/main">
              <a:ext uri="{FF2B5EF4-FFF2-40B4-BE49-F238E27FC236}">
                <a16:creationId xmlns:a16="http://schemas.microsoft.com/office/drawing/2014/main" id="{EA8F56FD-1E4F-40CA-8D86-AFAF6CA7C531}"/>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9EA59487-C195-4E64-AE61-07A717AD6504}"/>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D7FD8A2F-FDA0-400D-88DF-4C059AA618A7}"/>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50D6D83D-31C4-46E8-801C-0B5435EB0E01}"/>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25E133AA-CED5-4FAF-AE78-FF960F3A7D5C}"/>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E686BD0C-7FC5-4BB2-A576-8CD27025A8F9}"/>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08D8DF7D-85D7-4ADC-90AE-8D69C81B621D}"/>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6D093E76-AF3F-4FD4-921C-4763D3FCA57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1542852244"/>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CF6681-6CCC-4248-89FB-B596F2F549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E6042BE-D363-4A54-95E4-06964ED1FAE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3" name="">
            <a:extLst xmlns:a="http://schemas.openxmlformats.org/drawingml/2006/main">
              <a:ext uri="{FF2B5EF4-FFF2-40B4-BE49-F238E27FC236}">
                <a16:creationId xmlns:a16="http://schemas.microsoft.com/office/drawing/2014/main" id="{D32CD09F-8DF5-4522-9134-EF47CCF6CC2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0EE4F1C8-6298-4FB2-8EBF-C5FEF01D60D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38</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6B92134C-AC99-41B5-A3CD-FCD8AE183DE9}"/>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547CFE74-9358-4B01-85A1-E11D56F71E3F}"/>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DD20A3F9-279D-4B8E-A14F-A817C41CB41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949527262"/>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58BA5C-6D8C-4417-B01F-025E3DB06FE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9ECD88A-D5A2-431C-8BA6-056AC374A13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3" name="">
            <a:extLst xmlns:a="http://schemas.openxmlformats.org/drawingml/2006/main">
              <a:ext uri="{FF2B5EF4-FFF2-40B4-BE49-F238E27FC236}">
                <a16:creationId xmlns:a16="http://schemas.microsoft.com/office/drawing/2014/main" id="{FE07EDFD-1A6A-4B83-9E48-0460BFA4729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9C9AFD1F-3E8C-48DE-8C19-68431F05DC7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38</a:t>
            </a:r>
          </a:p>
        </p:txBody>
      </p:sp>
      <p:sp>
        <p:nvSpPr>
          <p:cNvPr id="5" name="">
            <a:extLst xmlns:a="http://schemas.openxmlformats.org/drawingml/2006/main">
              <a:ext uri="{FF2B5EF4-FFF2-40B4-BE49-F238E27FC236}">
                <a16:creationId xmlns:a16="http://schemas.microsoft.com/office/drawing/2014/main" id="{91E31AE2-7191-4E22-8A90-9B96DECE3545}"/>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7DC2940A-523E-4ECF-AB81-5C319A76D692}"/>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BBB71D49-799D-4654-8ED3-5295D404935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633721859"/>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0CA433-5B28-48F3-AA41-B3DD3273ADD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DAD0542-CF12-4C86-85F4-CC5DCAC52E1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3" name="">
            <a:extLst xmlns:a="http://schemas.openxmlformats.org/drawingml/2006/main">
              <a:ext uri="{FF2B5EF4-FFF2-40B4-BE49-F238E27FC236}">
                <a16:creationId xmlns:a16="http://schemas.microsoft.com/office/drawing/2014/main" id="{1EA64DCE-2B62-4E30-87C4-DF00AB321F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8198F8B4-82C5-495D-9A9C-2F4B37E529B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9c2c3dccb74293"/>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6A14522-F04C-42B5-89B0-A2CE9B1C05F7}"/>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76F3E505-F219-4689-9959-2251AC9FCB01}"/>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F7E20C49-E82D-4F9F-AB0A-160E57AB1078}"/>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ADB3C208-2255-4F63-896C-7E1D33589A95}"/>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5FC8912B-A7A1-4E33-9931-6D850C3375C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1758285921"/>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EBADE7-67DB-4E85-B571-7BCB1F57423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95B39E4-1675-4DD6-AB83-8BDBE7F856B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같은 데이터로 만드는 PPTX와 Word</a:t>
            </a:r>
          </a:p>
        </p:txBody>
      </p:sp>
      <p:sp>
        <p:nvSpPr>
          <p:cNvPr id="3" name="">
            <a:extLst xmlns:a="http://schemas.openxmlformats.org/drawingml/2006/main">
              <a:ext uri="{FF2B5EF4-FFF2-40B4-BE49-F238E27FC236}">
                <a16:creationId xmlns:a16="http://schemas.microsoft.com/office/drawing/2014/main" id="{D5E64E0F-87F6-4046-9942-891A31151E9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79CBF018-4977-4BAC-B6FF-C57EB356D29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38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7235baa5b84719"/>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3327e867fa4afa"/>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1010E1-76E5-498C-A3BB-25BE448478E1}"/>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5E68DAA6-4966-479B-BC4D-829A1FCA01B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527400868"/>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D2B857-0F8F-4CA0-BFEB-254F8920ED3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03CD2F9-529D-4476-987B-02E8D1B320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챗봇의 기획안 조정 범위</a:t>
            </a:r>
          </a:p>
        </p:txBody>
      </p:sp>
      <p:sp>
        <p:nvSpPr>
          <p:cNvPr id="3" name="">
            <a:extLst xmlns:a="http://schemas.openxmlformats.org/drawingml/2006/main">
              <a:ext uri="{FF2B5EF4-FFF2-40B4-BE49-F238E27FC236}">
                <a16:creationId xmlns:a16="http://schemas.microsoft.com/office/drawing/2014/main" id="{59DF4C31-087B-4503-941F-806190286F6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CC58B1B4-7238-4E30-91DF-529581D8AB1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38</a:t>
            </a:r>
          </a:p>
        </p:txBody>
      </p:sp>
      <p:sp>
        <p:nvSpPr>
          <p:cNvPr id="5" name="">
            <a:extLst xmlns:a="http://schemas.openxmlformats.org/drawingml/2006/main">
              <a:ext uri="{FF2B5EF4-FFF2-40B4-BE49-F238E27FC236}">
                <a16:creationId xmlns:a16="http://schemas.microsoft.com/office/drawing/2014/main" id="{EBBE68BE-9B50-48CC-9503-E27398EAA468}"/>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EDB31CDF-6224-4E66-BD9F-B1B831EE9F6F}"/>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1FE50F-807B-4371-9CEC-92D08183BC49}"/>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6E882AF1-BBCB-4915-976A-5F3E0E0BCC14}"/>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6871C1D1-25CB-4A94-A4A1-E8B4C1972B56}"/>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9B75AC-C34C-41A2-BD36-65B05D6CCFCA}"/>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D07CE066-BD3C-4B53-9302-32C2219E0D2D}"/>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7692E5-7339-4F08-A4F1-8800138AB28B}"/>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C081CB62-5E20-4BC8-99E3-4B03208BAC69}"/>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D4DDC722-2A9E-450C-8353-5F026E44F10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439164107"/>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F9F15E-4396-4566-93C0-AB9B3E23C74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43AAC62-2C28-48A8-96F1-F0CDDA05025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실제 오류를 바탕으로 보완한 부분</a:t>
            </a:r>
          </a:p>
        </p:txBody>
      </p:sp>
      <p:sp>
        <p:nvSpPr>
          <p:cNvPr id="3" name="">
            <a:extLst xmlns:a="http://schemas.openxmlformats.org/drawingml/2006/main">
              <a:ext uri="{FF2B5EF4-FFF2-40B4-BE49-F238E27FC236}">
                <a16:creationId xmlns:a16="http://schemas.microsoft.com/office/drawing/2014/main" id="{A85449D5-6D71-4821-8EC5-EC1F3B6BB43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87118A0B-AE1B-485F-976B-CB020A715CD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38</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94757BF2-73CC-4E44-9C3E-A917465350E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1255896967"/>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FA3E8B-8172-46C1-B5FC-B371060443B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55BFD89-4205-429D-9C8A-90570C1E4C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개발 실행과 운영 보안</a:t>
            </a:r>
          </a:p>
        </p:txBody>
      </p:sp>
      <p:sp>
        <p:nvSpPr>
          <p:cNvPr id="3" name="">
            <a:extLst xmlns:a="http://schemas.openxmlformats.org/drawingml/2006/main">
              <a:ext uri="{FF2B5EF4-FFF2-40B4-BE49-F238E27FC236}">
                <a16:creationId xmlns:a16="http://schemas.microsoft.com/office/drawing/2014/main" id="{774A5302-7AD3-49BF-83C1-4C03F271128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40B4DDFB-2307-4677-B53F-7826446B7A3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38</a:t>
            </a:r>
          </a:p>
        </p:txBody>
      </p:sp>
      <p:sp>
        <p:nvSpPr>
          <p:cNvPr id="5" name="">
            <a:extLst xmlns:a="http://schemas.openxmlformats.org/drawingml/2006/main">
              <a:ext uri="{FF2B5EF4-FFF2-40B4-BE49-F238E27FC236}">
                <a16:creationId xmlns:a16="http://schemas.microsoft.com/office/drawing/2014/main" id="{B6384B72-F330-4B4A-82D9-A124A4735C84}"/>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DACE76E7-0D75-4F71-94A9-D5A92EF2D62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F1ADAA-88F4-4195-9F73-7FCD8E4BE993}"/>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E7BD841C-66B2-4976-9FE5-20EA5DA6E61F}"/>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D81563A8-DFC3-4DA7-A5A8-FC6C08335704}"/>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0D02D6-92BE-4D2C-BA41-014B72C37652}"/>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BB3F8EA4-8581-4ACE-8E51-1A1685039B4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656211823"/>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276C0C7-966C-44F7-AE8B-E2EF0E5FBBC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BF02E08-D969-42FC-9089-DCC4BF7A4C9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구현 결과와 팀의 설명 자료</a:t>
            </a:r>
          </a:p>
        </p:txBody>
      </p:sp>
      <p:sp>
        <p:nvSpPr>
          <p:cNvPr id="3" name="">
            <a:extLst xmlns:a="http://schemas.openxmlformats.org/drawingml/2006/main">
              <a:ext uri="{FF2B5EF4-FFF2-40B4-BE49-F238E27FC236}">
                <a16:creationId xmlns:a16="http://schemas.microsoft.com/office/drawing/2014/main" id="{A63563F6-427F-4B2C-976B-BF382CC9561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B1FF3902-9D10-4C8D-832B-CFD077129D9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38</a:t>
            </a:r>
          </a:p>
        </p:txBody>
      </p:sp>
      <p:sp>
        <p:nvSpPr>
          <p:cNvPr id="5" name="">
            <a:extLst xmlns:a="http://schemas.openxmlformats.org/drawingml/2006/main">
              <a:ext uri="{FF2B5EF4-FFF2-40B4-BE49-F238E27FC236}">
                <a16:creationId xmlns:a16="http://schemas.microsoft.com/office/drawing/2014/main" id="{25A9E303-AFD9-4CBA-9BEF-44DB1DA55E27}"/>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CE4DF499-6BB6-4743-B2D0-61981CE1605D}"/>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C9CB464D-17F7-4A0E-B58F-ECC7B54373BC}"/>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B8AD7E56-E032-4EB9-92BB-9F84D6B67A0C}"/>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41C82E3D-D0EF-4FD4-9F47-4DE4E6F7CD8A}"/>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D7423988-E8EE-4FFA-98EB-64798D04F9F3}"/>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6432F812-E4F2-4E66-9C64-201377E7FD61}"/>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D27496-B268-4E0D-8943-1BC4492736BF}"/>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A45337B1-18B7-4F59-B4DD-BDC5F82E1580}"/>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4065B9CB-5B04-42B4-92AA-DC5BA1F0AD84}"/>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131137A1-9AC4-4E8D-97E2-4A251436A5EE}"/>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216191306"/>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5F107E-3C9A-4D73-B786-5F1234B9C84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0BCD9F9-8B62-4C1F-A0F7-81DEED95246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다음 단계의 검증과 개발 계획</a:t>
            </a:r>
          </a:p>
        </p:txBody>
      </p:sp>
      <p:sp>
        <p:nvSpPr>
          <p:cNvPr id="3" name="">
            <a:extLst xmlns:a="http://schemas.openxmlformats.org/drawingml/2006/main">
              <a:ext uri="{FF2B5EF4-FFF2-40B4-BE49-F238E27FC236}">
                <a16:creationId xmlns:a16="http://schemas.microsoft.com/office/drawing/2014/main" id="{8685B159-7B08-4CC9-99A9-F6A28156904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A4DE7F84-BDCA-4DAF-96AB-A258450407C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38</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CFDBD608-A2CC-4664-A938-2DF9D69B3A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1471767153"/>
      </p:ext>
    </p:extLst>
  </p:cSld>
</p:sld>
</file>

<file path=ppt/slides/slide3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36DA92-943E-4774-B992-FE1E1FA96D6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21247BB-44C7-4EED-AA68-AF27B12B5E1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7.5 시연과 질의응답</a:t>
            </a:r>
          </a:p>
        </p:txBody>
      </p:sp>
      <p:sp>
        <p:nvSpPr>
          <p:cNvPr id="3" name="">
            <a:extLst xmlns:a="http://schemas.openxmlformats.org/drawingml/2006/main">
              <a:ext uri="{FF2B5EF4-FFF2-40B4-BE49-F238E27FC236}">
                <a16:creationId xmlns:a16="http://schemas.microsoft.com/office/drawing/2014/main" id="{7F327582-D963-49E1-906D-EF79D6930E8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646D4B1A-BA81-46DB-8243-84100A01988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38 / 38</a:t>
            </a:r>
          </a:p>
        </p:txBody>
      </p:sp>
      <p:sp>
        <p:nvSpPr>
          <p:cNvPr id="5" name="">
            <a:extLst xmlns:a="http://schemas.openxmlformats.org/drawingml/2006/main">
              <a:ext uri="{FF2B5EF4-FFF2-40B4-BE49-F238E27FC236}">
                <a16:creationId xmlns:a16="http://schemas.microsoft.com/office/drawing/2014/main" id="{2EFAE334-56BD-4DA8-B543-E1A954DFDFAA}"/>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1BDFC37F-8536-4C08-91EF-AC051498148E}"/>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641C5599-1C65-4566-9E63-48D25531AD71}"/>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A1D25864-FB6C-40BD-AE1C-767FF39232CA}"/>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4E6B4152-9ACC-49B8-8DAF-B7B0CF9CC77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751582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2026-09-10T14:04:24.8460000Z</dcterms:created>
  <dcterms:modified xsi:type="dcterms:W3CDTF">2026-09-10T14:04:24.8460000Z</dcterms:modified>
</coreProperties>
</file>