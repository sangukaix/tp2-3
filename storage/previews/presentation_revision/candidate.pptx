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gif" ContentType="image/gif"/>
</Types>
</file>

<file path=_rels/.rels>&#65279;<?xml version="1.0" encoding="utf-8"?><Relationships xmlns="http://schemas.openxmlformats.org/package/2006/relationships"><Relationship Type="http://schemas.openxmlformats.org/package/2006/relationships/metadata/core-properties" Target="/docProps/core.xml" Id="R9f1c426d08a7470e" /><Relationship Type="http://schemas.openxmlformats.org/officeDocument/2006/relationships/extended-properties" Target="/docProps/app.xml" Id="R50ac9435b5184ef2" /><Relationship Type="http://schemas.openxmlformats.org/officeDocument/2006/relationships/officeDocument" Target="/ppt/presentation.xml" Id="R67e2f9922ac14db8" /></Relationships>
</file>

<file path=ppt/presentation.xml><?xml version="1.0" encoding="utf-8"?>
<p:presentation xmlns:p="http://schemas.openxmlformats.org/presentationml/2006/main">
  <p:sldMasterIdLst>
    <p:sldMasterId xmlns:r="http://schemas.openxmlformats.org/officeDocument/2006/relationships" id="2147483648" r:id="R4e1925b1713a47b8"/>
  </p:sldMasterIdLst>
  <p:notesMasterIdLst>
    <p:notesMasterId xmlns:r="http://schemas.openxmlformats.org/officeDocument/2006/relationships" r:id="R1aa2143b8a934b92"/>
  </p:notesMasterIdLst>
  <p:sldIdLst>
    <p:sldId xmlns:r="http://schemas.openxmlformats.org/officeDocument/2006/relationships" id="256" r:id="R569695d2bb1b4711"/>
    <p:sldId xmlns:r="http://schemas.openxmlformats.org/officeDocument/2006/relationships" id="257" r:id="R6deca83772264984"/>
    <p:sldId xmlns:r="http://schemas.openxmlformats.org/officeDocument/2006/relationships" id="258" r:id="Rc6822c72fc8e40bd"/>
    <p:sldId xmlns:r="http://schemas.openxmlformats.org/officeDocument/2006/relationships" id="259" r:id="Ra3abefa79c0e4a57"/>
    <p:sldId xmlns:r="http://schemas.openxmlformats.org/officeDocument/2006/relationships" id="260" r:id="R36f768f25d594985"/>
    <p:sldId xmlns:r="http://schemas.openxmlformats.org/officeDocument/2006/relationships" id="261" r:id="Rdc87a79dbecd4f16"/>
    <p:sldId xmlns:r="http://schemas.openxmlformats.org/officeDocument/2006/relationships" id="262" r:id="R940dc77f17fc461e"/>
    <p:sldId xmlns:r="http://schemas.openxmlformats.org/officeDocument/2006/relationships" id="263" r:id="R4a5465c6207e4b14"/>
    <p:sldId xmlns:r="http://schemas.openxmlformats.org/officeDocument/2006/relationships" id="264" r:id="R802b1de027aa47d9"/>
    <p:sldId xmlns:r="http://schemas.openxmlformats.org/officeDocument/2006/relationships" id="265" r:id="Rb13cc325ff944b28"/>
    <p:sldId xmlns:r="http://schemas.openxmlformats.org/officeDocument/2006/relationships" id="266" r:id="R020b1175037e4a66"/>
    <p:sldId xmlns:r="http://schemas.openxmlformats.org/officeDocument/2006/relationships" id="267" r:id="R244d88220a58406a"/>
    <p:sldId xmlns:r="http://schemas.openxmlformats.org/officeDocument/2006/relationships" id="268" r:id="R50bfd7c254db450d"/>
    <p:sldId xmlns:r="http://schemas.openxmlformats.org/officeDocument/2006/relationships" id="269" r:id="Reac937c377fa4c85"/>
    <p:sldId xmlns:r="http://schemas.openxmlformats.org/officeDocument/2006/relationships" id="270" r:id="R060767b9c42c449a"/>
    <p:sldId xmlns:r="http://schemas.openxmlformats.org/officeDocument/2006/relationships" id="271" r:id="R58d2e8a8866c497d"/>
    <p:sldId xmlns:r="http://schemas.openxmlformats.org/officeDocument/2006/relationships" id="272" r:id="R865de65b10e34df6"/>
    <p:sldId xmlns:r="http://schemas.openxmlformats.org/officeDocument/2006/relationships" id="273" r:id="Rdf5e2b6421454112"/>
    <p:sldId xmlns:r="http://schemas.openxmlformats.org/officeDocument/2006/relationships" id="274" r:id="Ree1dee9cd621407c"/>
    <p:sldId xmlns:r="http://schemas.openxmlformats.org/officeDocument/2006/relationships" id="275" r:id="Rc88b1f714e5144bb"/>
    <p:sldId xmlns:r="http://schemas.openxmlformats.org/officeDocument/2006/relationships" id="276" r:id="R6b39631eb6d845e4"/>
    <p:sldId xmlns:r="http://schemas.openxmlformats.org/officeDocument/2006/relationships" id="277" r:id="R79587f16373a4aa2"/>
    <p:sldId xmlns:r="http://schemas.openxmlformats.org/officeDocument/2006/relationships" id="278" r:id="R59348128b3d3454b"/>
    <p:sldId xmlns:r="http://schemas.openxmlformats.org/officeDocument/2006/relationships" id="279" r:id="Rcbf73905ebfa4084"/>
    <p:sldId xmlns:r="http://schemas.openxmlformats.org/officeDocument/2006/relationships" id="280" r:id="Ra71a4513b5e2471a"/>
    <p:sldId xmlns:r="http://schemas.openxmlformats.org/officeDocument/2006/relationships" id="281" r:id="Ra28a386ccdf340f1"/>
    <p:sldId xmlns:r="http://schemas.openxmlformats.org/officeDocument/2006/relationships" id="282" r:id="R4ec9c60e83a54440"/>
    <p:sldId xmlns:r="http://schemas.openxmlformats.org/officeDocument/2006/relationships" id="283" r:id="Rc299b90ccfd645cb"/>
    <p:sldId xmlns:r="http://schemas.openxmlformats.org/officeDocument/2006/relationships" id="284" r:id="Re1d7db8df21148a0"/>
    <p:sldId xmlns:r="http://schemas.openxmlformats.org/officeDocument/2006/relationships" id="285" r:id="R245d5c61ff824c0f"/>
    <p:sldId xmlns:r="http://schemas.openxmlformats.org/officeDocument/2006/relationships" id="286" r:id="R63ba9174297143e5"/>
    <p:sldId xmlns:r="http://schemas.openxmlformats.org/officeDocument/2006/relationships" id="287" r:id="R0c0b281335264d08"/>
    <p:sldId xmlns:r="http://schemas.openxmlformats.org/officeDocument/2006/relationships" id="288" r:id="R63da6603def34bf4"/>
    <p:sldId xmlns:r="http://schemas.openxmlformats.org/officeDocument/2006/relationships" id="289" r:id="R30dd71f732d64824"/>
    <p:sldId xmlns:r="http://schemas.openxmlformats.org/officeDocument/2006/relationships" id="290" r:id="Rb600707f456f457f"/>
    <p:sldId xmlns:r="http://schemas.openxmlformats.org/officeDocument/2006/relationships" id="291" r:id="R0c10d75900084624"/>
    <p:sldId xmlns:r="http://schemas.openxmlformats.org/officeDocument/2006/relationships" id="292" r:id="Rf8c7c68af96e4679"/>
    <p:sldId xmlns:r="http://schemas.openxmlformats.org/officeDocument/2006/relationships" id="293" r:id="R14ecbbcf286d410a"/>
    <p:sldId xmlns:r="http://schemas.openxmlformats.org/officeDocument/2006/relationships" id="294" r:id="R29c8400fec37499e"/>
    <p:sldId xmlns:r="http://schemas.openxmlformats.org/officeDocument/2006/relationships" id="295" r:id="R076e7d649e4d48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e3ed8b3e384385" /><Relationship Type="http://schemas.openxmlformats.org/officeDocument/2006/relationships/slideMaster" Target="/ppt/slideMasters/slideMaster1.xml" Id="R4e1925b1713a47b8" /><Relationship Type="http://schemas.openxmlformats.org/officeDocument/2006/relationships/notesMaster" Target="/ppt/notesMasters/notesMaster1.xml" Id="R1aa2143b8a934b92" /><Relationship Type="http://schemas.openxmlformats.org/officeDocument/2006/relationships/presProps" Target="/ppt/presProps.xml" Id="R00bc03baf10d4af9" /><Relationship Type="http://schemas.openxmlformats.org/officeDocument/2006/relationships/tableStyles" Target="/ppt/tableStyles.xml" Id="R65c2d42bd41d4f08" /><Relationship Type="http://schemas.openxmlformats.org/officeDocument/2006/relationships/slide" Target="/ppt/slides/slide1.xml" Id="R569695d2bb1b4711" /><Relationship Type="http://schemas.openxmlformats.org/officeDocument/2006/relationships/slide" Target="/ppt/slides/slide2.xml" Id="R6deca83772264984" /><Relationship Type="http://schemas.openxmlformats.org/officeDocument/2006/relationships/slide" Target="/ppt/slides/slide3.xml" Id="Rc6822c72fc8e40bd" /><Relationship Type="http://schemas.openxmlformats.org/officeDocument/2006/relationships/slide" Target="/ppt/slides/slide4.xml" Id="Ra3abefa79c0e4a57" /><Relationship Type="http://schemas.openxmlformats.org/officeDocument/2006/relationships/slide" Target="/ppt/slides/slide5.xml" Id="R36f768f25d594985" /><Relationship Type="http://schemas.openxmlformats.org/officeDocument/2006/relationships/slide" Target="/ppt/slides/slide6.xml" Id="Rdc87a79dbecd4f16" /><Relationship Type="http://schemas.openxmlformats.org/officeDocument/2006/relationships/slide" Target="/ppt/slides/slide7.xml" Id="R940dc77f17fc461e" /><Relationship Type="http://schemas.openxmlformats.org/officeDocument/2006/relationships/slide" Target="/ppt/slides/slide8.xml" Id="R4a5465c6207e4b14" /><Relationship Type="http://schemas.openxmlformats.org/officeDocument/2006/relationships/slide" Target="/ppt/slides/slide9.xml" Id="R802b1de027aa47d9" /><Relationship Type="http://schemas.openxmlformats.org/officeDocument/2006/relationships/slide" Target="/ppt/slides/slide10.xml" Id="Rb13cc325ff944b28" /><Relationship Type="http://schemas.openxmlformats.org/officeDocument/2006/relationships/slide" Target="/ppt/slides/slide11.xml" Id="R020b1175037e4a66" /><Relationship Type="http://schemas.openxmlformats.org/officeDocument/2006/relationships/slide" Target="/ppt/slides/slide12.xml" Id="R244d88220a58406a" /><Relationship Type="http://schemas.openxmlformats.org/officeDocument/2006/relationships/slide" Target="/ppt/slides/slide13.xml" Id="R50bfd7c254db450d" /><Relationship Type="http://schemas.openxmlformats.org/officeDocument/2006/relationships/slide" Target="/ppt/slides/slide14.xml" Id="Reac937c377fa4c85" /><Relationship Type="http://schemas.openxmlformats.org/officeDocument/2006/relationships/slide" Target="/ppt/slides/slide15.xml" Id="R060767b9c42c449a" /><Relationship Type="http://schemas.openxmlformats.org/officeDocument/2006/relationships/slide" Target="/ppt/slides/slide16.xml" Id="R58d2e8a8866c497d" /><Relationship Type="http://schemas.openxmlformats.org/officeDocument/2006/relationships/slide" Target="/ppt/slides/slide17.xml" Id="R865de65b10e34df6" /><Relationship Type="http://schemas.openxmlformats.org/officeDocument/2006/relationships/slide" Target="/ppt/slides/slide18.xml" Id="Rdf5e2b6421454112" /><Relationship Type="http://schemas.openxmlformats.org/officeDocument/2006/relationships/slide" Target="/ppt/slides/slide19.xml" Id="Ree1dee9cd621407c" /><Relationship Type="http://schemas.openxmlformats.org/officeDocument/2006/relationships/slide" Target="/ppt/slides/slide20.xml" Id="Rc88b1f714e5144bb" /><Relationship Type="http://schemas.openxmlformats.org/officeDocument/2006/relationships/slide" Target="/ppt/slides/slide21.xml" Id="R6b39631eb6d845e4" /><Relationship Type="http://schemas.openxmlformats.org/officeDocument/2006/relationships/slide" Target="/ppt/slides/slide22.xml" Id="R79587f16373a4aa2" /><Relationship Type="http://schemas.openxmlformats.org/officeDocument/2006/relationships/slide" Target="/ppt/slides/slide23.xml" Id="R59348128b3d3454b" /><Relationship Type="http://schemas.openxmlformats.org/officeDocument/2006/relationships/slide" Target="/ppt/slides/slide24.xml" Id="Rcbf73905ebfa4084" /><Relationship Type="http://schemas.openxmlformats.org/officeDocument/2006/relationships/slide" Target="/ppt/slides/slide25.xml" Id="Ra71a4513b5e2471a" /><Relationship Type="http://schemas.openxmlformats.org/officeDocument/2006/relationships/slide" Target="/ppt/slides/slide26.xml" Id="Ra28a386ccdf340f1" /><Relationship Type="http://schemas.openxmlformats.org/officeDocument/2006/relationships/slide" Target="/ppt/slides/slide27.xml" Id="R4ec9c60e83a54440" /><Relationship Type="http://schemas.openxmlformats.org/officeDocument/2006/relationships/slide" Target="/ppt/slides/slide28.xml" Id="Rc299b90ccfd645cb" /><Relationship Type="http://schemas.openxmlformats.org/officeDocument/2006/relationships/slide" Target="/ppt/slides/slide29.xml" Id="Re1d7db8df21148a0" /><Relationship Type="http://schemas.openxmlformats.org/officeDocument/2006/relationships/slide" Target="/ppt/slides/slide30.xml" Id="R245d5c61ff824c0f" /><Relationship Type="http://schemas.openxmlformats.org/officeDocument/2006/relationships/slide" Target="/ppt/slides/slide31.xml" Id="R63ba9174297143e5" /><Relationship Type="http://schemas.openxmlformats.org/officeDocument/2006/relationships/slide" Target="/ppt/slides/slide32.xml" Id="R0c0b281335264d08" /><Relationship Type="http://schemas.openxmlformats.org/officeDocument/2006/relationships/slide" Target="/ppt/slides/slide33.xml" Id="R63da6603def34bf4" /><Relationship Type="http://schemas.openxmlformats.org/officeDocument/2006/relationships/slide" Target="/ppt/slides/slide34.xml" Id="R30dd71f732d64824" /><Relationship Type="http://schemas.openxmlformats.org/officeDocument/2006/relationships/slide" Target="/ppt/slides/slide35.xml" Id="Rb600707f456f457f" /><Relationship Type="http://schemas.openxmlformats.org/officeDocument/2006/relationships/slide" Target="/ppt/slides/slide36.xml" Id="R0c10d75900084624" /><Relationship Type="http://schemas.openxmlformats.org/officeDocument/2006/relationships/slide" Target="/ppt/slides/slide37.xml" Id="Rf8c7c68af96e4679" /><Relationship Type="http://schemas.openxmlformats.org/officeDocument/2006/relationships/slide" Target="/ppt/slides/slide38.xml" Id="R14ecbbcf286d410a" /><Relationship Type="http://schemas.openxmlformats.org/officeDocument/2006/relationships/slide" Target="/ppt/slides/slide39.xml" Id="R29c8400fec37499e" /><Relationship Type="http://schemas.openxmlformats.org/officeDocument/2006/relationships/slide" Target="/ppt/slides/slide40.xml" Id="R076e7d649e4d48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a13fe309c54a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ca84bf25774a10" /><Relationship Type="http://schemas.openxmlformats.org/officeDocument/2006/relationships/notesMaster" Target="/ppt/notesMasters/notesMaster1.xml" Id="Rf15f8499276342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daff1ce36146a4" /><Relationship Type="http://schemas.openxmlformats.org/officeDocument/2006/relationships/notesMaster" Target="/ppt/notesMasters/notesMaster1.xml" Id="R735156d085d247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84e1960ca243fd" /><Relationship Type="http://schemas.openxmlformats.org/officeDocument/2006/relationships/notesMaster" Target="/ppt/notesMasters/notesMaster1.xml" Id="R41c3eb65154e44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0c0f415c7d4098" /><Relationship Type="http://schemas.openxmlformats.org/officeDocument/2006/relationships/notesMaster" Target="/ppt/notesMasters/notesMaster1.xml" Id="R9632989731b34c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415d2998694286" /><Relationship Type="http://schemas.openxmlformats.org/officeDocument/2006/relationships/notesMaster" Target="/ppt/notesMasters/notesMaster1.xml" Id="R8201dc335a3246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5c932e1e504764" /><Relationship Type="http://schemas.openxmlformats.org/officeDocument/2006/relationships/notesMaster" Target="/ppt/notesMasters/notesMaster1.xml" Id="R609bb70193784c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1bbb816edf4526" /><Relationship Type="http://schemas.openxmlformats.org/officeDocument/2006/relationships/notesMaster" Target="/ppt/notesMasters/notesMaster1.xml" Id="Ra4974f1dd31f40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6cf997eb7b4148" /><Relationship Type="http://schemas.openxmlformats.org/officeDocument/2006/relationships/notesMaster" Target="/ppt/notesMasters/notesMaster1.xml" Id="R6aab5f1628cf49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47c3264d24459a" /><Relationship Type="http://schemas.openxmlformats.org/officeDocument/2006/relationships/notesMaster" Target="/ppt/notesMasters/notesMaster1.xml" Id="Rf7170879ec0141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40037a08ef4256" /><Relationship Type="http://schemas.openxmlformats.org/officeDocument/2006/relationships/notesMaster" Target="/ppt/notesMasters/notesMaster1.xml" Id="R3f5e5295f80440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974d3b511341a0" /><Relationship Type="http://schemas.openxmlformats.org/officeDocument/2006/relationships/notesMaster" Target="/ppt/notesMasters/notesMaster1.xml" Id="Rd062ec9e66df46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13ad86977f4c83" /><Relationship Type="http://schemas.openxmlformats.org/officeDocument/2006/relationships/notesMaster" Target="/ppt/notesMasters/notesMaster1.xml" Id="R0c330b3e53ce41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26bb26b71747c7" /><Relationship Type="http://schemas.openxmlformats.org/officeDocument/2006/relationships/notesMaster" Target="/ppt/notesMasters/notesMaster1.xml" Id="R8a5dc081d2c04b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fba733b2564966" /><Relationship Type="http://schemas.openxmlformats.org/officeDocument/2006/relationships/notesMaster" Target="/ppt/notesMasters/notesMaster1.xml" Id="Rdcc1393faee24e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6a9ee9f3674cce" /><Relationship Type="http://schemas.openxmlformats.org/officeDocument/2006/relationships/notesMaster" Target="/ppt/notesMasters/notesMaster1.xml" Id="R4bf7555ccc7645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25f96706ca4658" /><Relationship Type="http://schemas.openxmlformats.org/officeDocument/2006/relationships/notesMaster" Target="/ppt/notesMasters/notesMaster1.xml" Id="R89f70425d07b4d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98a3d839a24274" /><Relationship Type="http://schemas.openxmlformats.org/officeDocument/2006/relationships/notesMaster" Target="/ppt/notesMasters/notesMaster1.xml" Id="Rc5bd7b58b7854a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8f3a1907884e3b" /><Relationship Type="http://schemas.openxmlformats.org/officeDocument/2006/relationships/notesMaster" Target="/ppt/notesMasters/notesMaster1.xml" Id="R287053ee546244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725dc4c6ca4e31" /><Relationship Type="http://schemas.openxmlformats.org/officeDocument/2006/relationships/notesMaster" Target="/ppt/notesMasters/notesMaster1.xml" Id="R776e8942da1646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1f79de80024c93" /><Relationship Type="http://schemas.openxmlformats.org/officeDocument/2006/relationships/notesMaster" Target="/ppt/notesMasters/notesMaster1.xml" Id="Rbaec0a940c1840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1cc308e75d4aeb" /><Relationship Type="http://schemas.openxmlformats.org/officeDocument/2006/relationships/notesMaster" Target="/ppt/notesMasters/notesMaster1.xml" Id="R8d3aa0cda88d41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54b988e03c4aff" /><Relationship Type="http://schemas.openxmlformats.org/officeDocument/2006/relationships/notesMaster" Target="/ppt/notesMasters/notesMaster1.xml" Id="R1347a4dda6bb4d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119c6fd89b40ff" /><Relationship Type="http://schemas.openxmlformats.org/officeDocument/2006/relationships/notesMaster" Target="/ppt/notesMasters/notesMaster1.xml" Id="R5d8b4a9899a546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5e80339bc54530" /><Relationship Type="http://schemas.openxmlformats.org/officeDocument/2006/relationships/notesMaster" Target="/ppt/notesMasters/notesMaster1.xml" Id="R91e95c7108ce45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c514adf0a44341" /><Relationship Type="http://schemas.openxmlformats.org/officeDocument/2006/relationships/notesMaster" Target="/ppt/notesMasters/notesMaster1.xml" Id="R18a75faacc3f44a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d5bf588bc54f4a" /><Relationship Type="http://schemas.openxmlformats.org/officeDocument/2006/relationships/notesMaster" Target="/ppt/notesMasters/notesMaster1.xml" Id="Rffa408eeb9c947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12abece4e5845bb" /><Relationship Type="http://schemas.openxmlformats.org/officeDocument/2006/relationships/notesMaster" Target="/ppt/notesMasters/notesMaster1.xml" Id="R029b826c8ac64b5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e384331ad5d4c3e" /><Relationship Type="http://schemas.openxmlformats.org/officeDocument/2006/relationships/notesMaster" Target="/ppt/notesMasters/notesMaster1.xml" Id="R649c4b7e903f49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83839bbb38e4ab9" /><Relationship Type="http://schemas.openxmlformats.org/officeDocument/2006/relationships/notesMaster" Target="/ppt/notesMasters/notesMaster1.xml" Id="R552874202b324d8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90f1df8323c4d29" /><Relationship Type="http://schemas.openxmlformats.org/officeDocument/2006/relationships/notesMaster" Target="/ppt/notesMasters/notesMaster1.xml" Id="Rcbef126c892140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e9ce53138a4a38" /><Relationship Type="http://schemas.openxmlformats.org/officeDocument/2006/relationships/notesMaster" Target="/ppt/notesMasters/notesMaster1.xml" Id="R94f3c4358cb44b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0094d7b62a4655" /><Relationship Type="http://schemas.openxmlformats.org/officeDocument/2006/relationships/notesMaster" Target="/ppt/notesMasters/notesMaster1.xml" Id="Rde2308eb746349c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24e43e3ce94180" /><Relationship Type="http://schemas.openxmlformats.org/officeDocument/2006/relationships/notesMaster" Target="/ppt/notesMasters/notesMaster1.xml" Id="R2f08620f5eda4c9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b9cd32bba61437a" /><Relationship Type="http://schemas.openxmlformats.org/officeDocument/2006/relationships/notesMaster" Target="/ppt/notesMasters/notesMaster1.xml" Id="R9af3e3656f78431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f3933e440a4b21" /><Relationship Type="http://schemas.openxmlformats.org/officeDocument/2006/relationships/notesMaster" Target="/ppt/notesMasters/notesMaster1.xml" Id="R7a63ac6a272a484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2d26844eb8d45b6" /><Relationship Type="http://schemas.openxmlformats.org/officeDocument/2006/relationships/notesMaster" Target="/ppt/notesMasters/notesMaster1.xml" Id="R29d09651aad543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baad5a489c14a10" /><Relationship Type="http://schemas.openxmlformats.org/officeDocument/2006/relationships/notesMaster" Target="/ppt/notesMasters/notesMaster1.xml" Id="Re1a90e4cf8594fa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b5b1e57c9474788" /><Relationship Type="http://schemas.openxmlformats.org/officeDocument/2006/relationships/notesMaster" Target="/ppt/notesMasters/notesMaster1.xml" Id="Rdbe74816e2e64f2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451b64c8a6c415b" /><Relationship Type="http://schemas.openxmlformats.org/officeDocument/2006/relationships/notesMaster" Target="/ppt/notesMasters/notesMaster1.xml" Id="Re720ffcd911c45a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afa1eeaf0d54574" /><Relationship Type="http://schemas.openxmlformats.org/officeDocument/2006/relationships/notesMaster" Target="/ppt/notesMasters/notesMaster1.xml" Id="R0bda0e9fdd534f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[간소화 발표 스크립트]</a:t>
            </a:r>
          </a:p>
          <a:p xmlns:a="http://schemas.openxmlformats.org/drawingml/2006/main">
            <a:r>
              <a:t>안녕하세요. OLIGO-K는 지자체 관광 담당자가 지역 데이터를 확인하고, 다른 지역의 공식 사례를 참고해 관광사업 기획서 초안을 만드는 서비스입니다. 오늘은 실제 이용 화면부터 시작해 데이터와 머신러닝, AI의 역할, 최종 문서 출력까지 설명드리겠습니다.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왼쪽 위에는 섹션 이름, 오른쪽 아래에는 전체 슬라이드 번호가 있습니다. 상세 코드 질문은 각 페이지의 발표자 노트를 참고합니다.</a:t>
            </a:r>
          </a:p>
          <a:p xmlns:a="http://schemas.openxmlformats.org/drawingml/2006/main">
            <a:r>
              <a:t/>
            </a:r>
          </a:p>
          <a:p xmlns:a="http://schemas.openxmlformats.org/drawingml/2006/main">
            <a:r>
              <a:t>[간소화 발표 스크립트]</a:t>
            </a:r>
          </a:p>
          <a:p xmlns:a="http://schemas.openxmlformats.org/drawingml/2006/main">
            <a:r>
              <a:t>발표는 일곱 부분으로 구성했습니다. 먼저 서비스 목적과 사용 방법을 보여드리고, 그 화면을 만드는 시스템과 데이터 처리 구조를 설명하겠습니다. 이어 AI가 근거를 받아 기획서를 작성하는 과정과 실제 결과물을 보고, 마지막으로 어드민 기능과 검증 현황을 말씀드리겠습니다.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[간소화 발표 스크립트]</a:t>
            </a:r>
          </a:p>
          <a:p xmlns:a="http://schemas.openxmlformats.org/drawingml/2006/main">
            <a:r>
              <a:t>관광 담당자는 지역 통계를 확인하는 것뿐 아니라, 어떤 사업을 운영하고 목표와 예산을 어떻게 잡을지 판단해야 합니다. 저희는 공식 데이터와 다른 지역의 운영 사례를 연결해 이 과정을 돕고자 했습니다. 서비스가 제공하는 것은 담당자가 검토하고 수정할 수 있는 근거 기반의 기획 초안입니다.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[간소화 발표 스크립트]</a:t>
            </a:r>
          </a:p>
          <a:p xmlns:a="http://schemas.openxmlformats.org/drawingml/2006/main">
            <a:r>
              <a:t>메인 화면에서는 지역 선택, 데이터 진단, AI 챗봇, 기획서 출력의 네 단계를 순서대로 안내합니다. 보시는 모션은 실제 홈페이지 동작을 담은 것입니다. 이 소개 화면의 수치는 예시이며, 실제 지역 데이터는 다음 대시보드에서 조회합니다.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[간소화 발표 스크립트]</a:t>
            </a:r>
          </a:p>
          <a:p xmlns:a="http://schemas.openxmlformats.org/drawingml/2006/main">
            <a:r>
              <a:t>서비스에 들어오면 먼저 지역을 선택하고 오른쪽의 방문, 소비, 숙박 지표를 확인합니다. 이어 월별 흐름과 소비 구성을 살펴본 뒤 기획안 생성으로 이동합니다. 사용자가 지표를 읽고 사업 조건을 정할 수 있도록 분석 화면과 기획 화면을 연결했습니다.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MonthlyActualTrendChart는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[간소화 발표 스크립트]</a:t>
            </a:r>
          </a:p>
          <a:p xmlns:a="http://schemas.openxmlformats.org/drawingml/2006/main">
            <a:r>
              <a:t>대시보드는 네 부분을 함께 읽으면 됩니다. 지역을 선택하면 같은 지역 코드로 데이터를 조회하고, 카드에서 기준월과 전망을 확인합니다. 아래 그래프는 운영 시점을, 업종 분포는 어떤 참여처를 연결할지 검토하는 자료입니다. 업종별 예상 금액은 전체 소비 전망에 현재 업종 비중을 적용한 값입니다.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[간소화 발표 스크립트]</a:t>
            </a:r>
          </a:p>
          <a:p xmlns:a="http://schemas.openxmlformats.org/drawingml/2006/main">
            <a:r>
              <a:t>기획 입력은 서비스가 처리할 수 있는 범위로 정리했습니다. 사업 방향이나 사례 기반 추천을 선택하고, 참고 예산과 시작 월, 활용할 자원을 입력합니다. 서버는 조건에 맞는 사례를 좁히며, 참고 예산은 견적 배분에 반영합니다. 그 예산으로 목표를 반드시 달성한다는 의미는 아닙니다.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사용자는 홈페이지에 접속해 지역선택 대시보드에서 지역과 지표를 확인합니다. 사이드바 기획안 생성에서 사업 조건을 정하고 생성 버튼을 누르면 비동기 작업을 시작합니다. 서버의 데이터 분석, 공식 사례 확인, 기획안 생성, 품질 검토 단계가 화면에 표시됩니다. 완료 후 기획안 수정·출력 화면에서 본문을 확인하고 챗봇으로 허용된 내용을 조정한 뒤 기획안 저장하기를 누릅니다. 저장된 기획서 화면은 MySQL의 목록을 조회합니다. 제목을 누르면 원문을 불러와 모달에 보여 주고 Word 다운로드나 PowerPoint 다운로드를 누르면 해당 report ID의 파일 API를 요청합니다. downloadStoredStrategyDocument가 Blob을 받고 downloadBlob이 브라우저 다운로드를 시작합니다. 각 형식은 같은 보고서 JSON과 projection을 사용하며 캐시가 유효하지 않으면 서버가 다시 렌더링합니다. 화면 캡처는 기존 성동구 저장 보고서를 조회한 것이며 새로운 생성 실행을 보여 주는 것은 아닙니다.</a:t>
            </a:r>
          </a:p>
          <a:p xmlns:a="http://schemas.openxmlformats.org/drawingml/2006/main">
            <a:r>
              <a:t/>
            </a:r>
          </a:p>
          <a:p xmlns:a="http://schemas.openxmlformats.org/drawingml/2006/main">
            <a:r>
              <a:t>[간소화 발표 스크립트]</a:t>
            </a:r>
          </a:p>
          <a:p xmlns:a="http://schemas.openxmlformats.org/drawingml/2006/main">
            <a:r>
              <a:t>실제 이용 순서는 지역 선택, 조건 입력, 생성, 수정과 저장, 파일 다운로드입니다. 생성 중에는 현재 처리 단계를 확인하고, 결과가 나오면 챗봇으로 목표나 문구를 조정합니다. 저장된 기획서에서 제목을 열고 Word 또는 PowerPoint를 선택하면 같은 보고서 내용을 파일로 받을 수 있습니다.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C:/Users/Admin/mbca/TP2-3/frontend/src/pages/SavedStrategyPlansBoardPage.jsx</a:t>
            </a:r>
          </a:p>
          <a:p xmlns:a="http://schemas.openxmlformats.org/drawingml/2006/main">
            <a:r>
              <a:t>C:/Users/Admin/mbca/TP2-3/frontend/src/api/dashboardApi.js</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[간소화 발표 스크립트]</a:t>
            </a:r>
          </a:p>
          <a:p xmlns:a="http://schemas.openxmlformats.org/drawingml/2006/main">
            <a:r>
              <a:t>전체 구조는 React 화면과 두 개의 FastAPI 서버로 나눴습니다. 일반 Backend는 지도 경계를 제공하고, AI Server는 관광 데이터, 머신러닝, 생성 작업을 담당합니다. AI Server가 MySQL과 저장 모델, 공식 근거, 각 언어모델을 연결하고 브라우저에는 필요한 결과만 전달합니다.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[간소화 발표 스크립트]</a:t>
            </a:r>
          </a:p>
          <a:p xmlns:a="http://schemas.openxmlformats.org/drawingml/2006/main">
            <a:r>
              <a:t>React는 페이지와 공통 컴포넌트, API 호출, 기획 상태 처리로 역할을 나눴습니다. 현재는 별도 React Router 패키지 대신 경로 목록과 pathname으로 페이지를 선택합니다. 공통 셸과 지역 선택, 챗봇을 재사용하고, 서버 요청은 API 모듈에서 관리합니다.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[간소화 발표 스크립트]</a:t>
            </a:r>
          </a:p>
          <a:p xmlns:a="http://schemas.openxmlformats.org/drawingml/2006/main">
            <a:r>
              <a:t>기획서 생성은 오래 걸리기 때문에 요청 하나를 계속 붙잡아 두지 않고 작업 ID를 발급합니다. 화면은 이 ID로 진행 상태를 조회하고 완료된 결과를 받습니다. 따라서 페이지를 이동해도 서버 작업은 계속되며, 실패하면 어느 단계에서 문제가 났는지 확인할 수 있습니다.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[간소화 발표 스크립트]</a:t>
            </a:r>
          </a:p>
          <a:p xmlns:a="http://schemas.openxmlformats.org/drawingml/2006/main">
            <a:r>
              <a:t>원자료는 관광데이터랩에서 공식적으로 내려받은 파일을 보관하고 코드로 변환합니다. 지역 코드와 연월을 기준으로 결합해 이름이 비슷한 지역이나 다른 기간이 섞이지 않게 합니다. 원본 파일과 변환 결과를 분리해 같은 분석을 다시 실행할 수 있도록 했습니다.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[간소화 발표 스크립트]</a:t>
            </a:r>
          </a:p>
          <a:p xmlns:a="http://schemas.openxmlformats.org/drawingml/2006/main">
            <a:r>
              <a:t>MySQL은 지역과 월별 관측 수치, 보고서와 저장 이력을 관리합니다. 정확한 사실은 데이터베이스에서 읽고, 언어모델이 숫자를 새로 만들게 하지 않습니다. 원자료와 예측 결과, 사용자 목표를 구분해 보관하는 것이 이후 문서의 일관성을 유지하는 기준입니다.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[간소화 발표 스크립트]</a:t>
            </a:r>
          </a:p>
          <a:p xmlns:a="http://schemas.openxmlformats.org/drawingml/2006/main">
            <a:r>
              <a:t>머신러닝은 방문자와 소비액 외에 숙박, 체류, 검색 관련 지표까지 일곱 결과를 만듭니다. 방문자와 소비액은 기획서의 기준 전망 그래프에 직접 들어갑니다. 다른 지표도 진단 신호와 조사 질문으로 정리해, AI가 사례를 검토하고 운영 방향을 작성할 때 참고하게 합니다.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[간소화 발표 스크립트]</a:t>
            </a:r>
          </a:p>
          <a:p xmlns:a="http://schemas.openxmlformats.org/drawingml/2006/main">
            <a:r>
              <a:t>학습 데이터는 시간순으로 나누고, 이전 달과 전년도 값, 계절 정보를 입력 변수로 사용합니다. 검증 구간에서 모델과 계절 기준선을 비교한 뒤 사용할 방법을 선택합니다. 마지막 테스트 구간은 선택 과정과 분리해 성능을 평가하고, 웹에서는 저장된 모델을 불러 예측합니다.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[간소화 발표 스크립트]</a:t>
            </a:r>
          </a:p>
          <a:p xmlns:a="http://schemas.openxmlformats.org/drawingml/2006/main">
            <a:r>
              <a:t>지역마다 머신러닝의 성능은 다르게 나옵니다. 강남구의 테스트에서는 방문자 모델이 기준선보다 좋았지만, 원주는 해당 구간에서 기준선이 더 좋았습니다. 그래서 일부 결과만으로 모든 지역에서 우수하다고 말하지 않고, 지역별 평가와 기준모델을 함께 보여줍니다.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[간소화 발표 스크립트]</a:t>
            </a:r>
          </a:p>
          <a:p xmlns:a="http://schemas.openxmlformats.org/drawingml/2006/main">
            <a:r>
              <a:t>ML 결과는 그대로 긴 숫자 목록으로만 전달하지 않습니다. 서버가 전망과 변화 신호, 조사할 질문을 정리해 지역 근거에 넣습니다. Qwen은 이 근거로 후보를 비교하고 Gemma는 선택된 후보를 실행안으로 작성합니다. 최종 문서는 같은 전망 데이터를 다시 사용합니다.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[간소화 발표 스크립트]</a:t>
            </a:r>
          </a:p>
          <a:p xmlns:a="http://schemas.openxmlformats.org/drawingml/2006/main">
            <a:r>
              <a:t>유사 지표 지역은 현재 관측 지표 네 가지를 표준화해 거리가 가까운 지역을 찾습니다. 이후 공식 문서의 사업 운영 방식과 사용자 조건을 비교해 참고 사례를 좁힙니다. 이 과정은 일곱 ML 예측값으로 성공 확률을 학습한 추천모델과는 다르며, 환경적 유사성까지 입증한 결과는 아닙니다.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[간소화 발표 스크립트]</a:t>
            </a:r>
          </a:p>
          <a:p xmlns:a="http://schemas.openxmlformats.org/drawingml/2006/main">
            <a:r>
              <a:t>공식 문서에는 출처 ID와 URL, 페이지를 연결해 둡니다. 생성할 때 관련 근거를 찾아 모델에 전달하고, 최종 문장에 연결된 원문을 추적합니다. 현재 검수 문서는 키워드 검색 경로로 활용하고 있으며, 임베딩 기반 의미 검색이 모두 완성된 상태로 설명하지는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[간소화 발표 스크립트]</a:t>
            </a:r>
          </a:p>
          <a:p xmlns:a="http://schemas.openxmlformats.org/drawingml/2006/main">
            <a:r>
              <a:t>다섯 Agent는 정해진 업무 순서로 움직입니다. 지역 근거와 공식 사례를 준비한 뒤 적용 가능성을 판단하고, 기획안을 작성해 검토합니다. Agent는 역할을 나눈 서버 코드이고, 실제 언어모델은 작업과 모드에 따라 OpenAI, Qwen, Gemma 중에서 배정됩니다.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[간소화 발표 스크립트]</a:t>
            </a:r>
          </a:p>
          <a:p xmlns:a="http://schemas.openxmlformats.org/drawingml/2006/main">
            <a:r>
              <a:t>조사 단계는 선택 지역의 사실과 다른 지역의 사례를 각각 모읍니다. 지역 코드와 ML 전망, 사용자 조건을 입력으로 받아 공식 자료를 확인하고 출처와 함께 정리합니다. 이 결과를 다음 Agent가 공유하므로 후보 판단과 본문 작성이 같은 근거에서 시작할 수 있습니다.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[간소화 발표 스크립트]</a:t>
            </a:r>
          </a:p>
          <a:p xmlns:a="http://schemas.openxmlformats.org/drawingml/2006/main">
            <a:r>
              <a:t>Qwen은 지역 근거와 조건을 읽고 후보를 비교합니다. Gemma는 선택된 후보를 받아 실제 이용 방법과 실행 단계가 있는 본문을 작성합니다. 후보 유형과 출처 연결은 서버가 다시 검사하며, 모델이 매긴 점수를 사업 성공 확률로 제시하지 않습니다.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[간소화 발표 스크립트]</a:t>
            </a:r>
          </a:p>
          <a:p xmlns:a="http://schemas.openxmlformats.org/drawingml/2006/main">
            <a:r>
              <a:t>코드는 형식, 출처 연결, 수치 산식을 검사하고 Reviewer는 근거와 설명의 관계를 검토합니다. 문제가 있으면 정해진 범위 안에서 본문을 수정하고 재검토합니다. 검사 통과와 실제 현장의 사업 타당성은 구분하며, 담당자가 확정해야 할 조건도 남습니다.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[간소화 발표 스크립트]</a:t>
            </a:r>
          </a:p>
          <a:p xmlns:a="http://schemas.openxmlformats.org/drawingml/2006/main">
            <a:r>
              <a:t>모델에는 역할 지시와 JSON 형식, 허용된 읽기 도구만 제공합니다. 지역 지표, ML 전망, 사례 원문을 요청하면 서버가 정해진 자료를 돌려줍니다. 이 방식으로 모델이 어떤 근거를 읽었는지 기록하고, 임의의 데이터나 출처를 섞는 것을 줄입니다.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[간소화 발표 스크립트]</a:t>
            </a:r>
          </a:p>
          <a:p xmlns:a="http://schemas.openxmlformats.org/drawingml/2006/main">
            <a:r>
              <a:t>로컬 우선 모드에서는 Qwen이 비교와 검토를, Gemma가 작성과 수정을 담당합니다. OpenAI는 필요한 공식 조사와 독립 최종 검수에 제한적으로 사용합니다. 로컬 실패를 자동 유료 호출로 바꾸지 않으며, 실제 적용 경로와 실패 기록은 AI Router에서 확인합니다.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[간소화 발표 스크립트]</a:t>
            </a:r>
          </a:p>
          <a:p xmlns:a="http://schemas.openxmlformats.org/drawingml/2006/main">
            <a:r>
              <a:t>기획서에는 관측값, ML 기준 전망, 목표 KPI를 구분해 표시합니다. 목표는 사례를 참고한 계획 가정이고 월별로 단계 적용합니다. 추가 소비 목표를 같은 월의 소비·방문 비율로 계산하면 방문과 소비의 증가율이 같아집니다. 이 비율은 동일 관광객을 추적한 실제 객단가가 아닙니다.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[간소화 발표 스크립트]</a:t>
            </a:r>
          </a:p>
          <a:p xmlns:a="http://schemas.openxmlformats.org/drawingml/2006/main">
            <a:r>
              <a:t>견적은 지역별 추가 방문 목표에 시범 참여 비중을 적용해 수량을 잡고, 항목별 단가를 곱해 계산합니다. 성동구 예시는 환급 지원과 운영 인일, 시스템 비용, 예비비를 합산했습니다. 참여 비중과 단가는 계획 가정이며, 실제 계약 견적이나 사업 성과 예측과는 구분합니다.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[간소화 발표 스크립트]</a:t>
            </a:r>
          </a:p>
          <a:p xmlns:a="http://schemas.openxmlformats.org/drawingml/2006/main">
            <a:r>
              <a:t>이것은 성동구 기획서에 실제로 출력된 참고 사례 페이지입니다. 강진 사례의 지출 증빙과 지원, 혜택 재사용 구조를 참고해 성동구의 참여 상점과 지급 조건을 설계했습니다. 사례 사진과 출처를 함께 보여 주어 어떤 사업에서 아이디어를 가져왔는지 확인할 수 있습니다.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왼쪽은 생성된 성동구 기획서의 4단계 실행 가이드 예시안입니다. LLM이 제안한 실행 내용을 공통 문서 구조로 정리해 준비와 협의, 운영 절차 점검, 시범 운영, 실적 확인과 평가 순서로 제공합니다. 실제 담당 조직과 지급 조건은 착수 전에 확정할 항목입니다. 오른쪽은 사례 실적과 목표 KPI 설정 근거입니다. 강진의 전년 대비 관광객 증가 25%를 참고하고 시범 운영을 고려한 계획 계수80%를 적용해 최종월20% 목표를 제안합니다. 이 계수는 인구나 지리로 학습한 효과 모델이 아닙니다. 사례의 전년 대비 실적과 우리 지역의 ML 전망 대비 목표는 비교 기준이 다르므로 동일한 효과가 재현된다고 설명하지 않습니다. 문서에 원문 출처와 역산 방식이 함께 들어가므로 담당자가 근거를 따라 확인할 수 있습니다.</a:t>
            </a:r>
          </a:p>
          <a:p xmlns:a="http://schemas.openxmlformats.org/drawingml/2006/main">
            <a:r>
              <a:t/>
            </a:r>
          </a:p>
          <a:p xmlns:a="http://schemas.openxmlformats.org/drawingml/2006/main">
            <a:r>
              <a:t>[간소화 발표 스크립트]</a:t>
            </a:r>
          </a:p>
          <a:p xmlns:a="http://schemas.openxmlformats.org/drawingml/2006/main">
            <a:r>
              <a:t>기획서에는 아이디어 소개 다음에 실제 운영을 위한 실행 가이드와 목표의 근거가 이어집니다. 왼쪽은 준비부터 평가까지 네 단계이고, 오른쪽은 참고 사례 실적과 목표율 산식입니다. 강진의25% 증가를 참고해20% 목표를 제안했지만, 이는 시범 운영을 위한 계획 판단이며 같은 효과를 보장하는 수치는 아닙니다.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C:/Users/Admin/mbca/TP2-3/ai_server/app/proposal_layout_v10.py</a:t>
            </a:r>
          </a:p>
          <a:p xmlns:a="http://schemas.openxmlformats.org/drawingml/2006/main">
            <a:r>
              <a:t>C:/Users/Admin/mbca/TP2-3/ai_server/app/idea_proposal.py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이 페이지는 앞에서 설명한 Python 견적 계산이 실제 출력 문서에 어떻게 표시되는지 보여 줍니다. 항목, 금액, 산출근거의 세 열로 구성하고 산출근거 머리글은 초록색으로 구분합니다. 환급 지원은 참여 건수에 단가를 곱하고, 현장 운영은 운영 인일에 일일 단가를 곱합니다. 시스템, 홍보, 집계는 계획 단가를 적용하고 예비비10%를 더해 총액을 만듭니다. 성동구 예시의 총액은1,641,420,000원입니다. 문서에 표시된 값은 공식 견적서나 시장 조사로 확정한 가격이 아니라 현재 코드의 시범 규모와 단가 가정을 적용한 결과입니다. 사용자가 참고 예산을 주면 같은 총액 안에서 항목 비중을 조정합니다. 이 페이지와 Word 표는 동일한 estimate 데이터를 사용합니다.</a:t>
            </a:r>
          </a:p>
          <a:p xmlns:a="http://schemas.openxmlformats.org/drawingml/2006/main">
            <a:r>
              <a:t/>
            </a:r>
          </a:p>
          <a:p xmlns:a="http://schemas.openxmlformats.org/drawingml/2006/main">
            <a:r>
              <a:t>[간소화 발표 스크립트]</a:t>
            </a:r>
          </a:p>
          <a:p xmlns:a="http://schemas.openxmlformats.org/drawingml/2006/main">
            <a:r>
              <a:t>계산한 견적은 문서에서 항목, 금액, 산출근거로 보여 줍니다. 담당자는 총액만 보는 것이 아니라 어떤 수량과 단가를 사용했는지 확인할 수 있습니다. 성동구 예시도 추가 방문 목표와 시범 운영 가정에 따라 계산했으며, 실제 집행 전에 단가와 운영 규모를 조정할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C:/Users/Admin/mbca/TP2-3/ai_server/app/proposal_layout_v10.py</a:t>
            </a:r>
          </a:p>
          <a:p xmlns:a="http://schemas.openxmlformats.org/drawingml/2006/main">
            <a:r>
              <a:t>C:/Users/Admin/mbca/TP2-3/ai_server/app/proposal_document.py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[간소화 발표 스크립트]</a:t>
            </a:r>
          </a:p>
          <a:p xmlns:a="http://schemas.openxmlformats.org/drawingml/2006/main">
            <a:r>
              <a:t>PPT와 Word는 같은 보고서 데이터를 서로 다른 형식으로 보여줍니다. PPT는 사례 사진과 그래프 중심으로, Word는 상세 실행 내용과 표 중심으로 구성합니다. 공통 계산 결과를 사용하므로 전망과 목표, 견적이 문서마다 달라지는 문제를 줄일 수 있습니다.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[간소화 발표 스크립트]</a:t>
            </a:r>
          </a:p>
          <a:p xmlns:a="http://schemas.openxmlformats.org/drawingml/2006/main">
            <a:r>
              <a:t>챗봇은 현재 기획안의 목표율, 예상 견적, 소개 문구, 참여 범위 등을 조정합니다. 공식 관측값이나 저장된 ML 전망까지 사용자 말로 바꾸지는 않습니다. 수정안을 미리보기로 확인한 뒤 저장하며, 범위를 벗어난 요청에는 연결된 후보와 가능한 수정 범위를 안내합니다.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관리자 학습 영역에는 머신러닝 결과, OpenAI, React, AI Router, 전체 구조의 다섯 메뉴가 있습니다. ML 페이지는 getMlLearningCatalog를 호출해 등록 지역의 저장 모델 메타데이터와 전망을 읽습니다. 지역을 바꾸면 해당 지역의 원자료 기간, 시간순 분리,7개 결과 모듈을 표시합니다. 모듈에는 목적, 입력 변수, 모델, 학습 함수, MAE와 MAPE, 전년도 값과 전망 차트가 있습니다. module_usage의 설명은 실제 함수 경로와 출력 필드를 통해 ML 결과가 어느 snapshot에 들어가고 LLM이 무엇을 참고하며 문서 어디에 표시되는지 연결합니다. 관리자는 모델의 결과뿐 아니라 결과의 생성 과정과 활용 위치를 확인할 수 있습니다. 이 페이지 열람이 모델 재학습을 실행하지는 않습니다. 오른쪽 학습 챗봇은 별도의 OpenAI 설명 경로입니다.</a:t>
            </a:r>
          </a:p>
          <a:p xmlns:a="http://schemas.openxmlformats.org/drawingml/2006/main">
            <a:r>
              <a:t/>
            </a:r>
          </a:p>
          <a:p xmlns:a="http://schemas.openxmlformats.org/drawingml/2006/main">
            <a:r>
              <a:t>[간소화 발표 스크립트]</a:t>
            </a:r>
          </a:p>
          <a:p xmlns:a="http://schemas.openxmlformats.org/drawingml/2006/main">
            <a:r>
              <a:t>어드민에는 ML 결과, OpenAI 구조, React 구조, AI Router, 전체 구조 메뉴가 있습니다. ML 결과에서는 지역별 모델의 입력 변수와 학습 방법, 평가, 예측 차트를 볼 수 있습니다. 파일과 함수, 전달 필드도 함께 설명해 이 숫자가 최종 기획에 어떻게 쓰이는지 따라갈 수 있도록 했습니다.</a:t>
            </a:r>
          </a:p>
          <a:p xmlns:a="http://schemas.openxmlformats.org/drawingml/2006/main">
            <a:r>
              <a:t/>
            </a:r>
          </a:p>
          <a:p xmlns:a="http://schemas.openxmlformats.org/drawingml/2006/main">
            <a:r>
              <a:t>[구현 근거]</a:t>
            </a:r>
          </a:p>
          <a:p xmlns:a="http://schemas.openxmlformats.org/drawingml/2006/main">
            <a:r>
              <a:t>C:/Users/Admin/mbca/TP2-3/frontend/src/pages/MlTest/MlTestPage.jsx</a:t>
            </a:r>
          </a:p>
          <a:p xmlns:a="http://schemas.openxmlformats.org/drawingml/2006/main">
            <a:r>
              <a:t>C:/Users/Admin/mbca/TP2-3/frontend/src/pages/MlTest/LearningSectionNav.jsx</a:t>
            </a:r>
          </a:p>
          <a:p xmlns:a="http://schemas.openxmlformats.org/drawingml/2006/main">
            <a:r>
              <a:t>C:/Users/Admin/mbca/TP2-3/ai_server/ml/learning_catalog.py</a:t>
            </a:r>
          </a:p>
          <a:p xmlns:a="http://schemas.openxmlformats.org/drawingml/2006/main">
            <a:r>
              <a:t>C:/Users/Admin/mbca/TP2-3/ai_server/ml/module_usage.py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OpenAI 탭은 OpenAI API만 소개하는 화면이 아니라5개 Agent와 로컬 모델을 포함한 실제 생성 구조를 설명하는 학습 화면입니다. 상단에는 공식 관측, ML 전망, RAG와 공식 웹, 사용자 조건이 모여 병렬 조사와 후보 판단, 작성, 검토로 이어지는 흐름이 있습니다. 각 역할 상세에는 페르소나, 입력, 실행 함수, 허용 자료와 도구, 출력, 작동 설정을 표시합니다. Evidence와 CaseStudy는 근거를 준비하고 Transferability가 적용 조건을 판단하며 Planner가 본문을 씁니다. Reviewer는 코드 검사와 함께 내용을 검토하고 모드에 따라 독립 최종 검수로 이어집니다. 화면의 클래스8개 집계와 기획 Agent5개는 서로 다른 기준입니다. LearningArchitecturePage와 agent_learning_guide는 관련 코드·설명을 묶어 팀원이 파일과 함수까지 따라가도록 돕습니다. 이 탭의 설명을 읽는 동작은 보고서 생성이나 모델 설정 저장을 실행하지 않습니다.</a:t>
            </a:r>
          </a:p>
          <a:p xmlns:a="http://schemas.openxmlformats.org/drawingml/2006/main">
            <a:r>
              <a:t/>
            </a:r>
          </a:p>
          <a:p xmlns:a="http://schemas.openxmlformats.org/drawingml/2006/main">
            <a:r>
              <a:t>[간소화 발표 스크립트]</a:t>
            </a:r>
          </a:p>
          <a:p xmlns:a="http://schemas.openxmlformats.org/drawingml/2006/main">
            <a:r>
              <a:t>OpenAI 탭에서는 다섯 Agent의 역할과 데이터 흐름을 확인합니다. 각 Agent가 어떤 정보를 받고, 어떤 함수와 도구를 사용하며, 무엇을 다음 단계에 넘기는지 보여 줍니다. 설명 화면과 실제 모델 설정 화면을 구분해 팀원이 전체 구조와 운영 설정을 각각 이해할 수 있도록 했습니다.</a:t>
            </a:r>
          </a:p>
          <a:p xmlns:a="http://schemas.openxmlformats.org/drawingml/2006/main">
            <a:r>
              <a:t/>
            </a:r>
          </a:p>
          <a:p xmlns:a="http://schemas.openxmlformats.org/drawingml/2006/main">
            <a:r>
              <a:t>[구현 근거]</a:t>
            </a:r>
          </a:p>
          <a:p xmlns:a="http://schemas.openxmlformats.org/drawingml/2006/main">
            <a:r>
              <a:t>C:/Users/Admin/mbca/TP2-3/frontend/src/pages/MlTest/LearningArchitecturePage.jsx</a:t>
            </a:r>
          </a:p>
          <a:p xmlns:a="http://schemas.openxmlformats.org/drawingml/2006/main">
            <a:r>
              <a:t>C:/Users/Admin/mbca/TP2-3/ai_server/app/agent_learning_guide.py</a:t>
            </a:r>
          </a:p>
          <a:p xmlns:a="http://schemas.openxmlformats.org/drawingml/2006/main">
            <a:r>
              <a:t>C:/Users/Admin/mbca/TP2-3/ai_server/app/agents/report_orchestrator.py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AI Router는 GET /llm/status, /llm/config, /llm/trace를 읽어 연결 상태, 저장 설정, 실제 실행 경로를 표시합니다. 모드는 student_budget,local_first,hybrid,openai_only,local_only를 선택할 수 있습니다. 작업별 Provider와 모델명,폴백 설정을 입력하고 관리자 토큰을 포함한 PUT /llm/config 요청으로 저장합니다. 저장 후 다음 Agent 실행부터 설정을 사용하며 이미 실행 중인 작업의 모델을 즉시 바꾸는 기능으로 설명하지 않습니다. capability_locks에 해당하는 작업은 UI에서 잠기고 서버가 실제 경로를 강제합니다. 예를 들어 로컬 전용 모델에 웹검색 기능을 임의로 부여할 수 없습니다. local_first는 유료 자동 대체를 막고 생성당OpenAI요청최대3회,student_budget은 로컬 통과본 최종 검수1회를 허용합니다. 연결 ACTIVE는 추론 성공과 다르므로 실행 기록의 완료·실패·도구 조회·토큰을 확인합니다. 캡처를 위해 설정을 변경하거나 저장하지 않았습니다.</a:t>
            </a:r>
          </a:p>
          <a:p xmlns:a="http://schemas.openxmlformats.org/drawingml/2006/main">
            <a:r>
              <a:t/>
            </a:r>
          </a:p>
          <a:p xmlns:a="http://schemas.openxmlformats.org/drawingml/2006/main">
            <a:r>
              <a:t>[간소화 발표 스크립트]</a:t>
            </a:r>
          </a:p>
          <a:p xmlns:a="http://schemas.openxmlformats.org/drawingml/2006/main">
            <a:r>
              <a:t>AI Router에서는 실행 모드와 작업별 OpenAI, Qwen, Gemma 모델을 설정할 수 있습니다. 관리자 토큰으로 저장하면 다음 Agent 실행에 적용됩니다. 다만 모드별 기능 잠금과 유료 호출 정책을 함께 적용하므로 모든 조합을 자유롭게 실행하는 구조는 아닙니다. 실행 기록으로 연결 이후의 실제 성공과 실패를 확인합니다.</a:t>
            </a:r>
          </a:p>
          <a:p xmlns:a="http://schemas.openxmlformats.org/drawingml/2006/main">
            <a:r>
              <a:t/>
            </a:r>
          </a:p>
          <a:p xmlns:a="http://schemas.openxmlformats.org/drawingml/2006/main">
            <a:r>
              <a:t>[구현 근거]</a:t>
            </a:r>
          </a:p>
          <a:p xmlns:a="http://schemas.openxmlformats.org/drawingml/2006/main">
            <a:r>
              <a:t>C:/Users/Admin/mbca/TP2-3/frontend/src/pages/MlTest/LlmControlPage.jsx</a:t>
            </a:r>
          </a:p>
          <a:p xmlns:a="http://schemas.openxmlformats.org/drawingml/2006/main">
            <a:r>
              <a:t>C:/Users/Admin/mbca/TP2-3/frontend/src/api/llmControlApi.js</a:t>
            </a:r>
          </a:p>
          <a:p xmlns:a="http://schemas.openxmlformats.org/drawingml/2006/main">
            <a:r>
              <a:t>C:/Users/Admin/mbca/TP2-3/ai_server/app/llm/router.py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[간소화 발표 스크립트]</a:t>
            </a:r>
          </a:p>
          <a:p xmlns:a="http://schemas.openxmlformats.org/drawingml/2006/main">
            <a:r>
              <a:t>개발 중에는 연결 지연, 출처 누락, 반복 견적, 문서 줄 넘침 같은 문제가 있었습니다. 각각 사전 확인, 근거 전달 검사, 공통 산식, 문서 레이아웃 규칙으로 보완했습니다. 관련 테스트 기록이 있지만 이것만으로 모든 지역의 실제 기획 품질이 검증됐다고 말하지는 않습니다.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[간소화 발표 스크립트]</a:t>
            </a:r>
          </a:p>
          <a:p xmlns:a="http://schemas.openxmlformats.org/drawingml/2006/main">
            <a:r>
              <a:t>개발 환경에서는 React와 일반 Backend, AI Server를 분리해 실행하고 프록시로 연결합니다. API 키와 데이터베이스 비밀번호는 서버 환경변수에서 관리합니다. Nginx와 EC2 배포는 설계한 운영 방향이며, 현재 로컬 실행과 실제 배포 검증은 구분해서 설명합니다.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[간소화 발표 스크립트]</a:t>
            </a:r>
          </a:p>
          <a:p xmlns:a="http://schemas.openxmlformats.org/drawingml/2006/main">
            <a:r>
              <a:t>현재 프로젝트는 등록 지역 데이터, 일곱 ML 결과, 다섯 Agent 흐름과 문서 출력을 연결했습니다. 팀원이 이해할 수 있도록 ML과 Agent, React, 전체 구조 설명 화면도 함께 만들었습니다. 기능이 구현된 범위와 실제 지역별로 품질을 확인한 범위를 구분하는 것이 발표의 기준입니다.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[간소화 발표 스크립트]</a:t>
            </a:r>
          </a:p>
          <a:p xmlns:a="http://schemas.openxmlformats.org/drawingml/2006/main">
            <a:r>
              <a:t>다음 단계는 여러 지역에서 실제 응답과 문서를 반복 확인하고, 담당자의 피드백을 받는 것입니다. 공식 사례를 다양하게 확보해 반복 제안을 줄이고, ML은 기준선과 비교해 지역별 성능을 개선해야 합니다. 데이터와 사례의 근거를 유지하면서 실제 업무에 도움이 되는지를 평가하겠습니다.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[간소화 발표 스크립트]</a:t>
            </a:r>
          </a:p>
          <a:p xmlns:a="http://schemas.openxmlformats.org/drawingml/2006/main">
            <a:r>
              <a:t>마지막으로 지역 선택부터 저장된 기획서와 문서 출력까지 시연하겠습니다. 생성에 시간이 걸리면 미리 확보한 성동구 결과와 관리자 화면으로 내부 과정을 설명하겠습니다. OLIGO-K는 공식 데이터와 사례를 연결해 담당자가 검토하고 발전시킬 수 있는 관광사업 초안을 제공하는 서비스입니다. 질문 부탁드립니다.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8e569aeb4945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57ba004cb844e6" /><Relationship Type="http://schemas.openxmlformats.org/officeDocument/2006/relationships/slideLayout" Target="/ppt/slideLayouts/slideLayout1.xml" Id="R19e79a00536442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e79a00536442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329ccdb8f945ae" /><Relationship Type="http://schemas.openxmlformats.org/officeDocument/2006/relationships/image" Target="/ppt/media/image.png" Id="R736fd1235cbc4f0d" /><Relationship Type="http://schemas.openxmlformats.org/officeDocument/2006/relationships/notesSlide" Target="/ppt/notesSlides/notesSlide1.xml" Id="R47b711f44c8c4b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bcbbb6c3334ba5" /><Relationship Type="http://schemas.openxmlformats.org/officeDocument/2006/relationships/notesSlide" Target="/ppt/notesSlides/notesSlide2.xml" Id="R1924262c97ce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3c9ed42bd148db" /><Relationship Type="http://schemas.openxmlformats.org/officeDocument/2006/relationships/notesSlide" Target="/ppt/notesSlides/notesSlide3.xml" Id="R78ab15c280d2404f"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3995acfd0644c29"/><Relationship Type="http://schemas.openxmlformats.org/officeDocument/2006/relationships/image" Target="../media/home_workflow.gif" Id="R4e9a3ddc9e0142c5"/><Relationship Type="http://schemas.openxmlformats.org/officeDocument/2006/relationships/notesSlide" Target="/ppt/notesSlides/notesSlide4.xml" Id="R15548b78c3e34bbe"/></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943036db554a68" /><Relationship Type="http://schemas.openxmlformats.org/officeDocument/2006/relationships/image" Target="/ppt/media/image3.png" Id="Rcdaacad710e34b17" /><Relationship Type="http://schemas.openxmlformats.org/officeDocument/2006/relationships/notesSlide" Target="/ppt/notesSlides/notesSlide5.xml" Id="R2ea874b0400c4b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c2840d7fd345b9" /><Relationship Type="http://schemas.openxmlformats.org/officeDocument/2006/relationships/image" Target="/ppt/media/image4.png" Id="R1c09aea4fe1c42b4" /><Relationship Type="http://schemas.openxmlformats.org/officeDocument/2006/relationships/image" Target="/ppt/media/image5.png" Id="R3ff4fa88bd984f88" /><Relationship Type="http://schemas.openxmlformats.org/officeDocument/2006/relationships/image" Target="/ppt/media/image6.png" Id="R14e4ad65a6b5481a" /><Relationship Type="http://schemas.openxmlformats.org/officeDocument/2006/relationships/image" Target="/ppt/media/image7.png" Id="R1e904c8dd5924334" /><Relationship Type="http://schemas.openxmlformats.org/officeDocument/2006/relationships/notesSlide" Target="/ppt/notesSlides/notesSlide6.xml" Id="R3b2405ee054643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8f222800ad465d" /><Relationship Type="http://schemas.openxmlformats.org/officeDocument/2006/relationships/image" Target="/ppt/media/image8.png" Id="R8226bdc80f664173" /><Relationship Type="http://schemas.openxmlformats.org/officeDocument/2006/relationships/notesSlide" Target="/ppt/notesSlides/notesSlide7.xml" Id="Rd3e5db1a96ff46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84ff7593f241df" /><Relationship Type="http://schemas.openxmlformats.org/officeDocument/2006/relationships/image" Target="/ppt/media/image9.png" Id="R27538e0251404127" /><Relationship Type="http://schemas.openxmlformats.org/officeDocument/2006/relationships/image" Target="/ppt/media/image10.png" Id="Rcec0604b99d94c88" /><Relationship Type="http://schemas.openxmlformats.org/officeDocument/2006/relationships/notesSlide" Target="/ppt/notesSlides/notesSlide8.xml" Id="Rc8503aeab5074d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c2f1fc187b4235" /><Relationship Type="http://schemas.openxmlformats.org/officeDocument/2006/relationships/notesSlide" Target="/ppt/notesSlides/notesSlide9.xml" Id="Rba8ebcdc3ca442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a5b918a8584c10" /><Relationship Type="http://schemas.openxmlformats.org/officeDocument/2006/relationships/notesSlide" Target="/ppt/notesSlides/notesSlide10.xml" Id="R71ded687f4204b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3c7840bb1c4bc9" /><Relationship Type="http://schemas.openxmlformats.org/officeDocument/2006/relationships/notesSlide" Target="/ppt/notesSlides/notesSlide11.xml" Id="Ra8291ac0ac4747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ba8d65684b457f" /><Relationship Type="http://schemas.openxmlformats.org/officeDocument/2006/relationships/notesSlide" Target="/ppt/notesSlides/notesSlide12.xml" Id="Rb8856114332542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c75bd323ef4622" /><Relationship Type="http://schemas.openxmlformats.org/officeDocument/2006/relationships/notesSlide" Target="/ppt/notesSlides/notesSlide13.xml" Id="Rce058ba9888b49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680e9b3a10a4464" /><Relationship Type="http://schemas.openxmlformats.org/officeDocument/2006/relationships/notesSlide" Target="/ppt/notesSlides/notesSlide14.xml" Id="R94f5cfb4522c41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90386e79ea4d02" /><Relationship Type="http://schemas.openxmlformats.org/officeDocument/2006/relationships/notesSlide" Target="/ppt/notesSlides/notesSlide15.xml" Id="Rcf7025b624d143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f4e8947a254361" /><Relationship Type="http://schemas.openxmlformats.org/officeDocument/2006/relationships/chart" Target="/ppt/slides/charts/chart1.xml" Id="R9ac23f181fc54bc0" /><Relationship Type="http://schemas.openxmlformats.org/officeDocument/2006/relationships/notesSlide" Target="/ppt/notesSlides/notesSlide16.xml" Id="R92a81d3ce9644e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3e7790135d4941" /><Relationship Type="http://schemas.openxmlformats.org/officeDocument/2006/relationships/notesSlide" Target="/ppt/notesSlides/notesSlide17.xml" Id="R4d7f67c8fc9d45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e9cc0511f84887" /><Relationship Type="http://schemas.openxmlformats.org/officeDocument/2006/relationships/notesSlide" Target="/ppt/notesSlides/notesSlide18.xml" Id="Rbb18db486bdc44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7fdecb7e6d4ea6" /><Relationship Type="http://schemas.openxmlformats.org/officeDocument/2006/relationships/notesSlide" Target="/ppt/notesSlides/notesSlide19.xml" Id="R3c4f1f1e405b4c0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1ab17bc0e0048dc" /><Relationship Type="http://schemas.openxmlformats.org/officeDocument/2006/relationships/notesSlide" Target="/ppt/notesSlides/notesSlide20.xml" Id="Red6d18e8477d46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50fb657c6f14955" /><Relationship Type="http://schemas.openxmlformats.org/officeDocument/2006/relationships/notesSlide" Target="/ppt/notesSlides/notesSlide21.xml" Id="R02c483753271400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d2a53bd88a54fe4" /><Relationship Type="http://schemas.openxmlformats.org/officeDocument/2006/relationships/notesSlide" Target="/ppt/notesSlides/notesSlide22.xml" Id="Ra412a2820a8047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0d29ae5b3a14d5d" /><Relationship Type="http://schemas.openxmlformats.org/officeDocument/2006/relationships/notesSlide" Target="/ppt/notesSlides/notesSlide23.xml" Id="Ref79cc547ea64c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870a36ebb0d43ab" /><Relationship Type="http://schemas.openxmlformats.org/officeDocument/2006/relationships/notesSlide" Target="/ppt/notesSlides/notesSlide24.xml" Id="R2607edceba38451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f42477f6de84130" /><Relationship Type="http://schemas.openxmlformats.org/officeDocument/2006/relationships/notesSlide" Target="/ppt/notesSlides/notesSlide25.xml" Id="R98cc0e02e3624b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26d2713d4142c5" /><Relationship Type="http://schemas.openxmlformats.org/officeDocument/2006/relationships/notesSlide" Target="/ppt/notesSlides/notesSlide26.xml" Id="R366ebc9c792c44a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00d61576168405e" /><Relationship Type="http://schemas.openxmlformats.org/officeDocument/2006/relationships/notesSlide" Target="/ppt/notesSlides/notesSlide27.xml" Id="Rce075859235e40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0968e1352b4df8" /><Relationship Type="http://schemas.openxmlformats.org/officeDocument/2006/relationships/image" Target="/ppt/media/image11.png" Id="R28abf792a24d404a" /><Relationship Type="http://schemas.openxmlformats.org/officeDocument/2006/relationships/notesSlide" Target="/ppt/notesSlides/notesSlide28.xml" Id="R63c0226f87bc46f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dca8b56a16241bb" /><Relationship Type="http://schemas.openxmlformats.org/officeDocument/2006/relationships/image" Target="/ppt/media/image12.png" Id="R95cbcc2c3863437b" /><Relationship Type="http://schemas.openxmlformats.org/officeDocument/2006/relationships/image" Target="/ppt/media/image13.png" Id="R6fb06984502c45e9" /><Relationship Type="http://schemas.openxmlformats.org/officeDocument/2006/relationships/notesSlide" Target="/ppt/notesSlides/notesSlide29.xml" Id="R1decc4d4dbda46b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551d47320f4cc5" /><Relationship Type="http://schemas.openxmlformats.org/officeDocument/2006/relationships/image" Target="/ppt/media/image14.png" Id="R078c3050db424eba" /><Relationship Type="http://schemas.openxmlformats.org/officeDocument/2006/relationships/notesSlide" Target="/ppt/notesSlides/notesSlide30.xml" Id="R717e59df5bf34b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b7e2629f4674163" /><Relationship Type="http://schemas.openxmlformats.org/officeDocument/2006/relationships/image" Target="/ppt/media/image15.png" Id="R5ea5b55faf214b02" /><Relationship Type="http://schemas.openxmlformats.org/officeDocument/2006/relationships/image" Target="/ppt/media/image16.png" Id="Rb1eda1a03dde4e2e" /><Relationship Type="http://schemas.openxmlformats.org/officeDocument/2006/relationships/notesSlide" Target="/ppt/notesSlides/notesSlide31.xml" Id="R29a116d4762f4a1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32bd364ab144e1f" /><Relationship Type="http://schemas.openxmlformats.org/officeDocument/2006/relationships/notesSlide" Target="/ppt/notesSlides/notesSlide32.xml" Id="Ra6bcfc85112543e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d917e752c624a3f" /><Relationship Type="http://schemas.openxmlformats.org/officeDocument/2006/relationships/image" Target="/ppt/media/image17.png" Id="Rb2b6a9c0d70b412c" /><Relationship Type="http://schemas.openxmlformats.org/officeDocument/2006/relationships/notesSlide" Target="/ppt/notesSlides/notesSlide33.xml" Id="R7e7f99f0ff3c48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770e0a4ca824d41" /><Relationship Type="http://schemas.openxmlformats.org/officeDocument/2006/relationships/image" Target="/ppt/media/image18.png" Id="Ra8b7b8bf083b4764" /><Relationship Type="http://schemas.openxmlformats.org/officeDocument/2006/relationships/notesSlide" Target="/ppt/notesSlides/notesSlide34.xml" Id="R6fd6a4fee3e8402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2de812e2204932" /><Relationship Type="http://schemas.openxmlformats.org/officeDocument/2006/relationships/image" Target="/ppt/media/image19.png" Id="R02b2cbbbf1ce4546" /><Relationship Type="http://schemas.openxmlformats.org/officeDocument/2006/relationships/notesSlide" Target="/ppt/notesSlides/notesSlide35.xml" Id="Rb1c5a79dad1e483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869df45b11340dd" /><Relationship Type="http://schemas.openxmlformats.org/officeDocument/2006/relationships/notesSlide" Target="/ppt/notesSlides/notesSlide36.xml" Id="Rd716e2cec99d4d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d1af9642883483d" /><Relationship Type="http://schemas.openxmlformats.org/officeDocument/2006/relationships/notesSlide" Target="/ppt/notesSlides/notesSlide37.xml" Id="R5dd0341d842a42d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7412c9ee32648ff" /><Relationship Type="http://schemas.openxmlformats.org/officeDocument/2006/relationships/notesSlide" Target="/ppt/notesSlides/notesSlide38.xml" Id="Rc0ab42514746425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401d8a39f9345b9" /><Relationship Type="http://schemas.openxmlformats.org/officeDocument/2006/relationships/notesSlide" Target="/ppt/notesSlides/notesSlide39.xml" Id="Rdcebf7aa94ed41e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32d6274d0064975" /><Relationship Type="http://schemas.openxmlformats.org/officeDocument/2006/relationships/notesSlide" Target="/ppt/notesSlides/notesSlide40.xml" Id="Rf52339818a0e4417" /></Relationships>
</file>

<file path=ppt/slides/charts/chart1.xml><?xml version="1.0" encoding="utf-8"?>
<c:chartSpace xmlns:c="http://schemas.openxmlformats.org/drawingml/2006/chart">
  <c:lang val="en-US"/>
  <c:chart>
    <c:plotArea>
      <c:barChart>
        <c:barDir val="col"/>
        <c:grouping val="clustered"/>
        <c:varyColors val="0"/>
        <c:ser>
          <c:idx val="0"/>
          <c:order val="0"/>
          <c:tx>
            <c:v>선택 모델</c:v>
          </c:tx>
          <c:spPr>
            <a:solidFill xmlns:a="http://schemas.openxmlformats.org/drawingml/2006/main">
              <a:srgbClr val="167D85"/>
            </a:solidFill>
          </c:spPr>
          <c:cat>
            <c:strLit>
              <c:ptCount val="2"/>
              <c:pt idx="0">
                <c:v>강남구</c:v>
              </c:pt>
              <c:pt idx="1">
                <c:v>원주시</c:v>
              </c:pt>
            </c:strLit>
          </c:cat>
          <c:val>
            <c:numLit>
              <c:formatCode>0.0"%"</c:formatCode>
              <c:ptCount val="2"/>
              <c:pt idx="0">
                <c:v>3.05</c:v>
              </c:pt>
              <c:pt idx="1">
                <c:v>4.37</c:v>
              </c:pt>
            </c:numLit>
          </c:val>
        </c:ser>
        <c:ser>
          <c:idx val="1"/>
          <c:order val="1"/>
          <c:tx>
            <c:v>전년 동월 기준</c:v>
          </c:tx>
          <c:spPr>
            <a:solidFill xmlns:a="http://schemas.openxmlformats.org/drawingml/2006/main">
              <a:srgbClr val="A9C2BC"/>
            </a:solidFill>
          </c:spPr>
          <c:cat>
            <c:strLit>
              <c:ptCount val="2"/>
              <c:pt idx="0">
                <c:v>강남구</c:v>
              </c:pt>
              <c:pt idx="1">
                <c:v>원주시</c:v>
              </c:pt>
            </c:strLit>
          </c:cat>
          <c:val>
            <c:numLit>
              <c:formatCode>0.0"%"</c:formatCode>
              <c:ptCount val="2"/>
              <c:pt idx="0">
                <c:v>3.78</c:v>
              </c:pt>
              <c:pt idx="1">
                <c:v>3.99</c:v>
              </c:pt>
            </c:numLit>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932F17-2461-4035-A59C-46571E02AD1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2441FB9-CFDE-4F72-978D-3C9E6497B77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36fd1235cbc4f0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3B9B7A-5891-46D1-84D2-545D7C6E1FBF}"/>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5" name="">
            <a:extLst xmlns:a="http://schemas.openxmlformats.org/drawingml/2006/main">
              <a:ext uri="{FF2B5EF4-FFF2-40B4-BE49-F238E27FC236}">
                <a16:creationId xmlns:a16="http://schemas.microsoft.com/office/drawing/2014/main" id="{DA9A6DC2-0A22-4A4A-9EA9-6DCEB65512D7}"/>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70444503-4AF4-44ED-8091-70140C49C108}"/>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7" name="">
            <a:extLst xmlns:a="http://schemas.openxmlformats.org/drawingml/2006/main">
              <a:ext uri="{FF2B5EF4-FFF2-40B4-BE49-F238E27FC236}">
                <a16:creationId xmlns:a16="http://schemas.microsoft.com/office/drawing/2014/main" id="{987A09AF-E230-4DF9-B963-5DCD3231F86D}"/>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8" name="">
            <a:extLst xmlns:a="http://schemas.openxmlformats.org/drawingml/2006/main">
              <a:ext uri="{FF2B5EF4-FFF2-40B4-BE49-F238E27FC236}">
                <a16:creationId xmlns:a16="http://schemas.microsoft.com/office/drawing/2014/main" id="{835437C6-469E-47EC-923C-D666AA459388}"/>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787779063"/>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89234DA-C1D4-47CD-809E-4A62A1A3FD7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2" name="">
            <a:extLst xmlns:a="http://schemas.openxmlformats.org/drawingml/2006/main">
              <a:ext uri="{FF2B5EF4-FFF2-40B4-BE49-F238E27FC236}">
                <a16:creationId xmlns:a16="http://schemas.microsoft.com/office/drawing/2014/main" id="{9C63DEFF-96AD-4EA1-BF5D-702FE46AB63D}"/>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발표 구성</a:t>
            </a:r>
          </a:p>
        </p:txBody>
      </p:sp>
      <p:sp>
        <p:nvSpPr>
          <p:cNvPr id="3" name="">
            <a:extLst xmlns:a="http://schemas.openxmlformats.org/drawingml/2006/main">
              <a:ext uri="{FF2B5EF4-FFF2-40B4-BE49-F238E27FC236}">
                <a16:creationId xmlns:a16="http://schemas.microsoft.com/office/drawing/2014/main" id="{1586F236-4155-4757-89DF-B929E0CAF3F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40</a:t>
            </a:r>
          </a:p>
        </p:txBody>
      </p:sp>
      <p:sp>
        <p:nvSpPr>
          <p:cNvPr id="4" name="">
            <a:extLst xmlns:a="http://schemas.openxmlformats.org/drawingml/2006/main">
              <a:ext uri="{FF2B5EF4-FFF2-40B4-BE49-F238E27FC236}">
                <a16:creationId xmlns:a16="http://schemas.microsoft.com/office/drawing/2014/main" id="{68D535DC-033C-48A2-8527-36E7E24C52C9}"/>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5" name="">
            <a:extLst xmlns:a="http://schemas.openxmlformats.org/drawingml/2006/main">
              <a:ext uri="{FF2B5EF4-FFF2-40B4-BE49-F238E27FC236}">
                <a16:creationId xmlns:a16="http://schemas.microsoft.com/office/drawing/2014/main" id="{56902BB0-5FF6-413F-9999-A2623A333895}"/>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6" name="">
            <a:extLst xmlns:a="http://schemas.openxmlformats.org/drawingml/2006/main">
              <a:ext uri="{FF2B5EF4-FFF2-40B4-BE49-F238E27FC236}">
                <a16:creationId xmlns:a16="http://schemas.microsoft.com/office/drawing/2014/main" id="{844FBD1D-6FFC-49BD-B7D1-D686AB390259}"/>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7" name="">
            <a:extLst xmlns:a="http://schemas.openxmlformats.org/drawingml/2006/main">
              <a:ext uri="{FF2B5EF4-FFF2-40B4-BE49-F238E27FC236}">
                <a16:creationId xmlns:a16="http://schemas.microsoft.com/office/drawing/2014/main" id="{FFFC621D-394C-49FB-A1C2-6DDE720D00D9}"/>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2CC743-4AE8-4C59-9F2C-A462E866C2A7}"/>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9" name="">
            <a:extLst xmlns:a="http://schemas.openxmlformats.org/drawingml/2006/main">
              <a:ext uri="{FF2B5EF4-FFF2-40B4-BE49-F238E27FC236}">
                <a16:creationId xmlns:a16="http://schemas.microsoft.com/office/drawing/2014/main" id="{22BDF4F2-A410-4E93-BB6A-10863A7BBCBC}"/>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입력 · 생성 · 다운로드</a:t>
            </a:r>
          </a:p>
        </p:txBody>
      </p:sp>
      <p:sp>
        <p:nvSpPr>
          <p:cNvPr id="10" name="">
            <a:extLst xmlns:a="http://schemas.openxmlformats.org/drawingml/2006/main">
              <a:ext uri="{FF2B5EF4-FFF2-40B4-BE49-F238E27FC236}">
                <a16:creationId xmlns:a16="http://schemas.microsoft.com/office/drawing/2014/main" id="{B0F8D9DC-4669-461A-94EC-9C6A5EC5A39C}"/>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05–08</a:t>
            </a:r>
          </a:p>
        </p:txBody>
      </p:sp>
      <p:sp>
        <p:nvSpPr>
          <p:cNvPr id="11" name="">
            <a:extLst xmlns:a="http://schemas.openxmlformats.org/drawingml/2006/main">
              <a:ext uri="{FF2B5EF4-FFF2-40B4-BE49-F238E27FC236}">
                <a16:creationId xmlns:a16="http://schemas.microsoft.com/office/drawing/2014/main" id="{51D2B434-413F-4954-8477-0BF5BA883E9A}"/>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31B92E-952C-44BA-BD1C-5A671C2FE492}"/>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3" name="">
            <a:extLst xmlns:a="http://schemas.openxmlformats.org/drawingml/2006/main">
              <a:ext uri="{FF2B5EF4-FFF2-40B4-BE49-F238E27FC236}">
                <a16:creationId xmlns:a16="http://schemas.microsoft.com/office/drawing/2014/main" id="{FA5E8F3B-5159-4A6B-96C9-6DCA0AA30B01}"/>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4" name="">
            <a:extLst xmlns:a="http://schemas.openxmlformats.org/drawingml/2006/main">
              <a:ext uri="{FF2B5EF4-FFF2-40B4-BE49-F238E27FC236}">
                <a16:creationId xmlns:a16="http://schemas.microsoft.com/office/drawing/2014/main" id="{352E5FCA-9BAF-42EA-B676-C8C373092DDB}"/>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09–11</a:t>
            </a:r>
          </a:p>
        </p:txBody>
      </p:sp>
      <p:sp>
        <p:nvSpPr>
          <p:cNvPr id="15" name="">
            <a:extLst xmlns:a="http://schemas.openxmlformats.org/drawingml/2006/main">
              <a:ext uri="{FF2B5EF4-FFF2-40B4-BE49-F238E27FC236}">
                <a16:creationId xmlns:a16="http://schemas.microsoft.com/office/drawing/2014/main" id="{C48B235C-716C-4C0A-A7D9-E1147206C2DE}"/>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87A105-ADD7-4FFA-9D2E-49B72D0132B9}"/>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7" name="">
            <a:extLst xmlns:a="http://schemas.openxmlformats.org/drawingml/2006/main">
              <a:ext uri="{FF2B5EF4-FFF2-40B4-BE49-F238E27FC236}">
                <a16:creationId xmlns:a16="http://schemas.microsoft.com/office/drawing/2014/main" id="{14F29751-7135-4CEF-BB43-9A4084EAD813}"/>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8" name="">
            <a:extLst xmlns:a="http://schemas.openxmlformats.org/drawingml/2006/main">
              <a:ext uri="{FF2B5EF4-FFF2-40B4-BE49-F238E27FC236}">
                <a16:creationId xmlns:a16="http://schemas.microsoft.com/office/drawing/2014/main" id="{85487C99-8750-4043-9D8F-ECD62AAC2A46}"/>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12–17</a:t>
            </a:r>
          </a:p>
        </p:txBody>
      </p:sp>
      <p:sp>
        <p:nvSpPr>
          <p:cNvPr id="19" name="">
            <a:extLst xmlns:a="http://schemas.openxmlformats.org/drawingml/2006/main">
              <a:ext uri="{FF2B5EF4-FFF2-40B4-BE49-F238E27FC236}">
                <a16:creationId xmlns:a16="http://schemas.microsoft.com/office/drawing/2014/main" id="{39062E32-B019-4751-A7B9-A97BA09AD384}"/>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87E885C-92B6-4D11-B9EF-2AA609A4DE19}"/>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1" name="">
            <a:extLst xmlns:a="http://schemas.openxmlformats.org/drawingml/2006/main">
              <a:ext uri="{FF2B5EF4-FFF2-40B4-BE49-F238E27FC236}">
                <a16:creationId xmlns:a16="http://schemas.microsoft.com/office/drawing/2014/main" id="{5BCDBC29-1268-4201-ADC8-A6E0B88E1EA8}"/>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역할 · 모델 라우팅</a:t>
            </a:r>
          </a:p>
        </p:txBody>
      </p:sp>
      <p:sp>
        <p:nvSpPr>
          <p:cNvPr id="22" name="">
            <a:extLst xmlns:a="http://schemas.openxmlformats.org/drawingml/2006/main">
              <a:ext uri="{FF2B5EF4-FFF2-40B4-BE49-F238E27FC236}">
                <a16:creationId xmlns:a16="http://schemas.microsoft.com/office/drawing/2014/main" id="{6C591B2A-42BA-4C7D-88EA-60D7DACB8539}"/>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18–25</a:t>
            </a:r>
          </a:p>
        </p:txBody>
      </p:sp>
      <p:sp>
        <p:nvSpPr>
          <p:cNvPr id="23" name="">
            <a:extLst xmlns:a="http://schemas.openxmlformats.org/drawingml/2006/main">
              <a:ext uri="{FF2B5EF4-FFF2-40B4-BE49-F238E27FC236}">
                <a16:creationId xmlns:a16="http://schemas.microsoft.com/office/drawing/2014/main" id="{F6F70B4C-9276-47C7-8E74-087AC175496D}"/>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4F0721F-6851-4DCE-841B-64A467A0A0B7}"/>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5" name="">
            <a:extLst xmlns:a="http://schemas.openxmlformats.org/drawingml/2006/main">
              <a:ext uri="{FF2B5EF4-FFF2-40B4-BE49-F238E27FC236}">
                <a16:creationId xmlns:a16="http://schemas.microsoft.com/office/drawing/2014/main" id="{817124F5-DDD9-4361-A1EF-0FFD482903E2}"/>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계산 원리 · 실제 문서 · 챗봇 조정</a:t>
            </a:r>
          </a:p>
        </p:txBody>
      </p:sp>
      <p:sp>
        <p:nvSpPr>
          <p:cNvPr id="26" name="">
            <a:extLst xmlns:a="http://schemas.openxmlformats.org/drawingml/2006/main">
              <a:ext uri="{FF2B5EF4-FFF2-40B4-BE49-F238E27FC236}">
                <a16:creationId xmlns:a16="http://schemas.microsoft.com/office/drawing/2014/main" id="{3598F399-62ED-4B52-99DF-59BED07517F5}"/>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26–32</a:t>
            </a:r>
          </a:p>
        </p:txBody>
      </p:sp>
      <p:sp>
        <p:nvSpPr>
          <p:cNvPr id="27" name="">
            <a:extLst xmlns:a="http://schemas.openxmlformats.org/drawingml/2006/main">
              <a:ext uri="{FF2B5EF4-FFF2-40B4-BE49-F238E27FC236}">
                <a16:creationId xmlns:a16="http://schemas.microsoft.com/office/drawing/2014/main" id="{4E608F63-7BA9-4F8F-9619-DB5C42A8A2CC}"/>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7ACA307-188F-49DC-9456-3A2936B12B07}"/>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어드민·검증·운영</a:t>
            </a:r>
          </a:p>
        </p:txBody>
      </p:sp>
      <p:sp>
        <p:nvSpPr>
          <p:cNvPr id="29" name="">
            <a:extLst xmlns:a="http://schemas.openxmlformats.org/drawingml/2006/main">
              <a:ext uri="{FF2B5EF4-FFF2-40B4-BE49-F238E27FC236}">
                <a16:creationId xmlns:a16="http://schemas.microsoft.com/office/drawing/2014/main" id="{663EC411-9244-412E-9FD0-8B2B3FAE3827}"/>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ML·Agent·Router 관리 · 검증 · 시연</a:t>
            </a:r>
          </a:p>
        </p:txBody>
      </p:sp>
      <p:sp>
        <p:nvSpPr>
          <p:cNvPr id="30" name="">
            <a:extLst xmlns:a="http://schemas.openxmlformats.org/drawingml/2006/main">
              <a:ext uri="{FF2B5EF4-FFF2-40B4-BE49-F238E27FC236}">
                <a16:creationId xmlns:a16="http://schemas.microsoft.com/office/drawing/2014/main" id="{DCF8479D-69AF-48D6-93C4-A1B6BB5FDEA1}"/>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33–40</a:t>
            </a:r>
          </a:p>
        </p:txBody>
      </p:sp>
      <p:sp>
        <p:nvSpPr>
          <p:cNvPr id="31" name="">
            <a:extLst xmlns:a="http://schemas.openxmlformats.org/drawingml/2006/main">
              <a:ext uri="{FF2B5EF4-FFF2-40B4-BE49-F238E27FC236}">
                <a16:creationId xmlns:a16="http://schemas.microsoft.com/office/drawing/2014/main" id="{42AECC9D-F3C1-4829-9CFF-30CDF743934D}"/>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193647990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BD8D89-9B23-47B1-86AE-4CD098E7256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2" name="">
            <a:extLst xmlns:a="http://schemas.openxmlformats.org/drawingml/2006/main">
              <a:ext uri="{FF2B5EF4-FFF2-40B4-BE49-F238E27FC236}">
                <a16:creationId xmlns:a16="http://schemas.microsoft.com/office/drawing/2014/main" id="{C4E357AB-9E29-46A9-B3EA-1F4B08DBEF8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1. 서비스 개요</a:t>
            </a:r>
          </a:p>
        </p:txBody>
      </p:sp>
      <p:sp>
        <p:nvSpPr>
          <p:cNvPr id="3" name="">
            <a:extLst xmlns:a="http://schemas.openxmlformats.org/drawingml/2006/main">
              <a:ext uri="{FF2B5EF4-FFF2-40B4-BE49-F238E27FC236}">
                <a16:creationId xmlns:a16="http://schemas.microsoft.com/office/drawing/2014/main" id="{01E22329-2A91-471C-BFDC-803E51037B0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40</a:t>
            </a:r>
          </a:p>
        </p:txBody>
      </p:sp>
      <p:sp>
        <p:nvSpPr>
          <p:cNvPr id="4" name="">
            <a:extLst xmlns:a="http://schemas.openxmlformats.org/drawingml/2006/main">
              <a:ext uri="{FF2B5EF4-FFF2-40B4-BE49-F238E27FC236}">
                <a16:creationId xmlns:a16="http://schemas.microsoft.com/office/drawing/2014/main" id="{1EFC3507-546C-41D6-B5D0-BAE14468FB9E}"/>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5" name="">
            <a:extLst xmlns:a="http://schemas.openxmlformats.org/drawingml/2006/main">
              <a:ext uri="{FF2B5EF4-FFF2-40B4-BE49-F238E27FC236}">
                <a16:creationId xmlns:a16="http://schemas.microsoft.com/office/drawing/2014/main" id="{B092EDD4-9182-4138-A9DB-399C0BD072A0}"/>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6" name="">
            <a:extLst xmlns:a="http://schemas.openxmlformats.org/drawingml/2006/main">
              <a:ext uri="{FF2B5EF4-FFF2-40B4-BE49-F238E27FC236}">
                <a16:creationId xmlns:a16="http://schemas.microsoft.com/office/drawing/2014/main" id="{3419C92D-0DCE-4059-AE21-618006465510}"/>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7" name="">
            <a:extLst xmlns:a="http://schemas.openxmlformats.org/drawingml/2006/main">
              <a:ext uri="{FF2B5EF4-FFF2-40B4-BE49-F238E27FC236}">
                <a16:creationId xmlns:a16="http://schemas.microsoft.com/office/drawing/2014/main" id="{DE87FD8B-37F2-47A5-957D-F01C25CC0C28}"/>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8" name="">
            <a:extLst xmlns:a="http://schemas.openxmlformats.org/drawingml/2006/main">
              <a:ext uri="{FF2B5EF4-FFF2-40B4-BE49-F238E27FC236}">
                <a16:creationId xmlns:a16="http://schemas.microsoft.com/office/drawing/2014/main" id="{76B0DA0D-8F61-4968-9E7F-C2DA009088E2}"/>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34FED2-C28F-46CD-BE6A-1F05CA0AFFFE}"/>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0" name="">
            <a:extLst xmlns:a="http://schemas.openxmlformats.org/drawingml/2006/main">
              <a:ext uri="{FF2B5EF4-FFF2-40B4-BE49-F238E27FC236}">
                <a16:creationId xmlns:a16="http://schemas.microsoft.com/office/drawing/2014/main" id="{D221FAD1-47A2-4397-88F0-F545B4827AF2}"/>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792934252"/>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46C778-3B96-448E-8EA9-460777E4470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2" name="">
            <a:extLst xmlns:a="http://schemas.openxmlformats.org/drawingml/2006/main">
              <a:ext uri="{FF2B5EF4-FFF2-40B4-BE49-F238E27FC236}">
                <a16:creationId xmlns:a16="http://schemas.microsoft.com/office/drawing/2014/main" id="{0F5E8DD1-D92D-46BE-B7A0-2FAA42158520}"/>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1. 서비스 개요</a:t>
            </a:r>
          </a:p>
        </p:txBody>
      </p:sp>
      <p:sp>
        <p:nvSpPr>
          <p:cNvPr id="3" name="">
            <a:extLst xmlns:a="http://schemas.openxmlformats.org/drawingml/2006/main">
              <a:ext uri="{FF2B5EF4-FFF2-40B4-BE49-F238E27FC236}">
                <a16:creationId xmlns:a16="http://schemas.microsoft.com/office/drawing/2014/main" id="{CE7E4DB4-8C5E-4BE9-8324-B9D18FC4AF2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40</a:t>
            </a:r>
          </a:p>
        </p:txBody>
      </p:sp>
      <p:pic>
        <p:nvPicPr>
          <p:cNvPr id="10" name="" descr="Homepage four-step animation; 16 second loop; illustrative homepage demo values"/>
          <p:cNvPicPr>
            <a:picLocks xmlns:a="http://schemas.openxmlformats.org/drawingml/2006/main" noChangeAspect="1"/>
          </p:cNvPicPr>
          <p:nvPr/>
        </p:nvPicPr>
        <p:blipFill>
          <a:blip xmlns:r="http://schemas.openxmlformats.org/officeDocument/2006/relationships" xmlns:a="http://schemas.openxmlformats.org/drawingml/2006/main" r:embed="R4e9a3ddc9e0142c5"/>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11B4680-B640-4F50-AF74-33C940DB1DB8}"/>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6" name="">
            <a:extLst xmlns:a="http://schemas.openxmlformats.org/drawingml/2006/main">
              <a:ext uri="{FF2B5EF4-FFF2-40B4-BE49-F238E27FC236}">
                <a16:creationId xmlns:a16="http://schemas.microsoft.com/office/drawing/2014/main" id="{7E125E1B-5A58-4B17-B826-868255675F4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803705575"/>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2D2470-5AE0-4A6C-AA33-9DA3DFC2143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2" name="">
            <a:extLst xmlns:a="http://schemas.openxmlformats.org/drawingml/2006/main">
              <a:ext uri="{FF2B5EF4-FFF2-40B4-BE49-F238E27FC236}">
                <a16:creationId xmlns:a16="http://schemas.microsoft.com/office/drawing/2014/main" id="{59800C33-A396-4909-82B0-E5C7A62C408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0EEAE835-1D6D-4C06-9980-1E92A0B67BB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40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daacad710e34b17"/>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118862A-E370-474B-BFCC-03ED00E22DB6}"/>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6" name="">
            <a:extLst xmlns:a="http://schemas.openxmlformats.org/drawingml/2006/main">
              <a:ext uri="{FF2B5EF4-FFF2-40B4-BE49-F238E27FC236}">
                <a16:creationId xmlns:a16="http://schemas.microsoft.com/office/drawing/2014/main" id="{0F55866C-59E7-4831-A95C-3554CBFBC912}"/>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7" name="">
            <a:extLst xmlns:a="http://schemas.openxmlformats.org/drawingml/2006/main">
              <a:ext uri="{FF2B5EF4-FFF2-40B4-BE49-F238E27FC236}">
                <a16:creationId xmlns:a16="http://schemas.microsoft.com/office/drawing/2014/main" id="{6A667045-B182-49D4-BBC4-8F99F2E12429}"/>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8" name="">
            <a:extLst xmlns:a="http://schemas.openxmlformats.org/drawingml/2006/main">
              <a:ext uri="{FF2B5EF4-FFF2-40B4-BE49-F238E27FC236}">
                <a16:creationId xmlns:a16="http://schemas.microsoft.com/office/drawing/2014/main" id="{7AF89DF8-C74C-48D6-BF2F-E6578BBC7722}"/>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9" name="">
            <a:extLst xmlns:a="http://schemas.openxmlformats.org/drawingml/2006/main">
              <a:ext uri="{FF2B5EF4-FFF2-40B4-BE49-F238E27FC236}">
                <a16:creationId xmlns:a16="http://schemas.microsoft.com/office/drawing/2014/main" id="{1327B1D0-79BA-4364-B6BE-D714C95C33EB}"/>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0" name="">
            <a:extLst xmlns:a="http://schemas.openxmlformats.org/drawingml/2006/main">
              <a:ext uri="{FF2B5EF4-FFF2-40B4-BE49-F238E27FC236}">
                <a16:creationId xmlns:a16="http://schemas.microsoft.com/office/drawing/2014/main" id="{9051DCD1-2117-4229-AC7D-D3695B0AECE9}"/>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1" name="">
            <a:extLst xmlns:a="http://schemas.openxmlformats.org/drawingml/2006/main">
              <a:ext uri="{FF2B5EF4-FFF2-40B4-BE49-F238E27FC236}">
                <a16:creationId xmlns:a16="http://schemas.microsoft.com/office/drawing/2014/main" id="{58344E8D-202E-4ADC-8F69-F39BFF05A67D}"/>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2" name="">
            <a:extLst xmlns:a="http://schemas.openxmlformats.org/drawingml/2006/main">
              <a:ext uri="{FF2B5EF4-FFF2-40B4-BE49-F238E27FC236}">
                <a16:creationId xmlns:a16="http://schemas.microsoft.com/office/drawing/2014/main" id="{B230E6B4-CD0D-427C-893F-8433C074ECB4}"/>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3" name="">
            <a:extLst xmlns:a="http://schemas.openxmlformats.org/drawingml/2006/main">
              <a:ext uri="{FF2B5EF4-FFF2-40B4-BE49-F238E27FC236}">
                <a16:creationId xmlns:a16="http://schemas.microsoft.com/office/drawing/2014/main" id="{E4D706B6-866C-4C17-99DA-F90BDE4AA659}"/>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1596826814"/>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A870DB-4C53-4AE5-9264-B5296437084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대시보드의 지역·지표·추세·소비</a:t>
            </a:r>
          </a:p>
        </p:txBody>
      </p:sp>
      <p:sp>
        <p:nvSpPr>
          <p:cNvPr id="2" name="">
            <a:extLst xmlns:a="http://schemas.openxmlformats.org/drawingml/2006/main">
              <a:ext uri="{FF2B5EF4-FFF2-40B4-BE49-F238E27FC236}">
                <a16:creationId xmlns:a16="http://schemas.microsoft.com/office/drawing/2014/main" id="{53B94AD7-D0AF-4A94-B242-5E4B1749D8E6}"/>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5F758DE1-90D1-474A-8A94-B1A2AE8A7C2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40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c09aea4fe1c42b4"/>
          <a:stretch xmlns:a="http://schemas.openxmlformats.org/drawingml/2006/main"/>
        </p:blipFill>
        <p:spPr>
          <a:xfrm xmlns:a="http://schemas.openxmlformats.org/drawingml/2006/main">
            <a:off x="533400" y="2525408"/>
            <a:ext cx="2343150" cy="22834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15562E-976C-4F93-95A3-38AF88DB9ED5}"/>
              </a:ext>
            </a:extLst>
          </p:cNvPr>
          <p:cNvSpPr>
            <a:spLocks xmlns:a="http://schemas.openxmlformats.org/drawingml/2006/main" noGrp="1"/>
          </p:cNvSpPr>
          <p:nvPr/>
        </p:nvSpPr>
        <p:spPr>
          <a:xfrm xmlns:a="http://schemas.openxmlformats.org/drawingml/2006/main">
            <a:off x="533400" y="14763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01 지역</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ff4fa88bd984f88"/>
          <a:stretch xmlns:a="http://schemas.openxmlformats.org/drawingml/2006/main"/>
        </p:blipFill>
        <p:spPr>
          <a:xfrm xmlns:a="http://schemas.openxmlformats.org/drawingml/2006/main">
            <a:off x="3774722" y="1809750"/>
            <a:ext cx="7309556" cy="1524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2B1CA40-3D0F-42FF-AD23-32C9B4645DE6}"/>
              </a:ext>
            </a:extLst>
          </p:cNvPr>
          <p:cNvSpPr>
            <a:spLocks xmlns:a="http://schemas.openxmlformats.org/drawingml/2006/main" noGrp="1"/>
          </p:cNvSpPr>
          <p:nvPr/>
        </p:nvSpPr>
        <p:spPr>
          <a:xfrm xmlns:a="http://schemas.openxmlformats.org/drawingml/2006/main">
            <a:off x="3209925" y="1476375"/>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02 기준월·전망 카드</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4e4ad65a6b5481a"/>
          <a:stretch xmlns:a="http://schemas.openxmlformats.org/drawingml/2006/main"/>
        </p:blipFill>
        <p:spPr>
          <a:xfrm xmlns:a="http://schemas.openxmlformats.org/drawingml/2006/main">
            <a:off x="3618038" y="3695700"/>
            <a:ext cx="3136649" cy="206692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e904c8dd5924334"/>
          <a:stretch xmlns:a="http://schemas.openxmlformats.org/drawingml/2006/main"/>
        </p:blipFill>
        <p:spPr>
          <a:xfrm xmlns:a="http://schemas.openxmlformats.org/drawingml/2006/main">
            <a:off x="7688669" y="3695700"/>
            <a:ext cx="3872686" cy="20669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80A31E8-3B6F-4E8A-970C-3CC4A9737B4E}"/>
              </a:ext>
            </a:extLst>
          </p:cNvPr>
          <p:cNvSpPr>
            <a:spLocks xmlns:a="http://schemas.openxmlformats.org/drawingml/2006/main" noGrp="1"/>
          </p:cNvSpPr>
          <p:nvPr/>
        </p:nvSpPr>
        <p:spPr>
          <a:xfrm xmlns:a="http://schemas.openxmlformats.org/drawingml/2006/main">
            <a:off x="3209925" y="33432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03 월별 흐름</a:t>
            </a:r>
          </a:p>
        </p:txBody>
      </p:sp>
      <p:sp>
        <p:nvSpPr>
          <p:cNvPr id="11" name="">
            <a:extLst xmlns:a="http://schemas.openxmlformats.org/drawingml/2006/main">
              <a:ext uri="{FF2B5EF4-FFF2-40B4-BE49-F238E27FC236}">
                <a16:creationId xmlns:a16="http://schemas.microsoft.com/office/drawing/2014/main" id="{B9FC1F27-0BFB-46E2-831E-AA46DFAE6C9A}"/>
              </a:ext>
            </a:extLst>
          </p:cNvPr>
          <p:cNvSpPr>
            <a:spLocks xmlns:a="http://schemas.openxmlformats.org/drawingml/2006/main" noGrp="1"/>
          </p:cNvSpPr>
          <p:nvPr/>
        </p:nvSpPr>
        <p:spPr>
          <a:xfrm xmlns:a="http://schemas.openxmlformats.org/drawingml/2006/main">
            <a:off x="7600950" y="334327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04 참여 업종</a:t>
            </a:r>
          </a:p>
        </p:txBody>
      </p:sp>
      <p:sp>
        <p:nvSpPr>
          <p:cNvPr id="12" name="">
            <a:extLst xmlns:a="http://schemas.openxmlformats.org/drawingml/2006/main">
              <a:ext uri="{FF2B5EF4-FFF2-40B4-BE49-F238E27FC236}">
                <a16:creationId xmlns:a16="http://schemas.microsoft.com/office/drawing/2014/main" id="{AED06810-121D-47EE-9D84-5DE30680DE1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지역 코드로 조회 → 전망의 기준월 확인 → 운영 시점과 참여 업종 검토 → 기획 조건 입력</a:t>
            </a:r>
          </a:p>
        </p:txBody>
      </p:sp>
    </p:spTree>
    <p:extLst>
      <p:ext uri="{BB962C8B-B14F-4D97-AF65-F5344CB8AC3E}">
        <p14:creationId xmlns:p14="http://schemas.microsoft.com/office/powerpoint/2010/main" val="1224158319"/>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BB3D8C8-CAF7-44AD-9C6D-C98A168080E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사업 조건 입력과 초안 생성</a:t>
            </a:r>
          </a:p>
        </p:txBody>
      </p:sp>
      <p:sp>
        <p:nvSpPr>
          <p:cNvPr id="2" name="">
            <a:extLst xmlns:a="http://schemas.openxmlformats.org/drawingml/2006/main">
              <a:ext uri="{FF2B5EF4-FFF2-40B4-BE49-F238E27FC236}">
                <a16:creationId xmlns:a16="http://schemas.microsoft.com/office/drawing/2014/main" id="{E874890C-4BE1-4A68-BBBE-2549BA12E57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846F27AF-622D-4D40-8CC5-73A2039B2B0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40</a:t>
            </a:r>
          </a:p>
        </p:txBody>
      </p:sp>
      <p:sp>
        <p:nvSpPr>
          <p:cNvPr id="4" name="">
            <a:extLst xmlns:a="http://schemas.openxmlformats.org/drawingml/2006/main">
              <a:ext uri="{FF2B5EF4-FFF2-40B4-BE49-F238E27FC236}">
                <a16:creationId xmlns:a16="http://schemas.microsoft.com/office/drawing/2014/main" id="{0E54707F-CCA4-418A-83BE-2DE33AAD70D8}"/>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FDAFD4-84F4-4611-9168-9B42BCF1C11D}"/>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6" name="">
            <a:extLst xmlns:a="http://schemas.openxmlformats.org/drawingml/2006/main">
              <a:ext uri="{FF2B5EF4-FFF2-40B4-BE49-F238E27FC236}">
                <a16:creationId xmlns:a16="http://schemas.microsoft.com/office/drawing/2014/main" id="{A113C172-093C-4380-ABE3-69569FF5C741}"/>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7" name="">
            <a:extLst xmlns:a="http://schemas.openxmlformats.org/drawingml/2006/main">
              <a:ext uri="{FF2B5EF4-FFF2-40B4-BE49-F238E27FC236}">
                <a16:creationId xmlns:a16="http://schemas.microsoft.com/office/drawing/2014/main" id="{5A2716AC-0D04-4DE7-B148-20096123AFD7}"/>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BCF8F6-4DAB-45E2-8D95-567851D35472}"/>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6C2C18-D496-4B07-9949-AF2E11211189}"/>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0" name="">
            <a:extLst xmlns:a="http://schemas.openxmlformats.org/drawingml/2006/main">
              <a:ext uri="{FF2B5EF4-FFF2-40B4-BE49-F238E27FC236}">
                <a16:creationId xmlns:a16="http://schemas.microsoft.com/office/drawing/2014/main" id="{E1AC57A6-69B8-423B-8289-34CAB0F37CF3}"/>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1" name="">
            <a:extLst xmlns:a="http://schemas.openxmlformats.org/drawingml/2006/main">
              <a:ext uri="{FF2B5EF4-FFF2-40B4-BE49-F238E27FC236}">
                <a16:creationId xmlns:a16="http://schemas.microsoft.com/office/drawing/2014/main" id="{D8B398FA-093A-48C7-9CEE-D5F497FA528B}"/>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FF57AD-0931-4733-B503-F7894D743F71}"/>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F99CF5-20F1-48D0-9509-68A623AF4BF7}"/>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4" name="">
            <a:extLst xmlns:a="http://schemas.openxmlformats.org/drawingml/2006/main">
              <a:ext uri="{FF2B5EF4-FFF2-40B4-BE49-F238E27FC236}">
                <a16:creationId xmlns:a16="http://schemas.microsoft.com/office/drawing/2014/main" id="{586577A1-4C11-4B9D-8D70-177E0E0E45AC}"/>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5" name="">
            <a:extLst xmlns:a="http://schemas.openxmlformats.org/drawingml/2006/main">
              <a:ext uri="{FF2B5EF4-FFF2-40B4-BE49-F238E27FC236}">
                <a16:creationId xmlns:a16="http://schemas.microsoft.com/office/drawing/2014/main" id="{036FDE65-9EEE-4063-9247-AB2E3888A569}"/>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06BA4D6-4467-4794-9CEC-4943677AADD6}"/>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258EDDD-9971-4CDC-BB75-F53886BCD023}"/>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8" name="">
            <a:extLst xmlns:a="http://schemas.openxmlformats.org/drawingml/2006/main">
              <a:ext uri="{FF2B5EF4-FFF2-40B4-BE49-F238E27FC236}">
                <a16:creationId xmlns:a16="http://schemas.microsoft.com/office/drawing/2014/main" id="{AF03E92E-455F-4842-8BE6-D4AA69D36DF2}"/>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226bdc80f664173"/>
          <a:stretch xmlns:a="http://schemas.openxmlformats.org/drawingml/2006/main"/>
        </p:blipFill>
        <p:spPr>
          <a:xfrm xmlns:a="http://schemas.openxmlformats.org/drawingml/2006/main">
            <a:off x="1228725" y="3324225"/>
            <a:ext cx="4267200" cy="24003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35924509-E7F0-4379-9C7C-3C8FFD34FF6F}"/>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1" name="">
            <a:extLst xmlns:a="http://schemas.openxmlformats.org/drawingml/2006/main">
              <a:ext uri="{FF2B5EF4-FFF2-40B4-BE49-F238E27FC236}">
                <a16:creationId xmlns:a16="http://schemas.microsoft.com/office/drawing/2014/main" id="{38C0DB87-9755-42DA-87E6-52206B37FE8A}"/>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67026060"/>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3C8098D-ACAC-4499-9CDB-27C7FE7082D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접속부터 기획서 다운로드까지</a:t>
            </a:r>
          </a:p>
        </p:txBody>
      </p:sp>
      <p:sp>
        <p:nvSpPr>
          <p:cNvPr id="2" name="">
            <a:extLst xmlns:a="http://schemas.openxmlformats.org/drawingml/2006/main">
              <a:ext uri="{FF2B5EF4-FFF2-40B4-BE49-F238E27FC236}">
                <a16:creationId xmlns:a16="http://schemas.microsoft.com/office/drawing/2014/main" id="{14C6DEA4-D946-457B-A398-0EFA5C57C06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DDB29EC5-C157-4744-A691-7FCA8A2BA52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40</a:t>
            </a:r>
          </a:p>
        </p:txBody>
      </p:sp>
      <p:sp>
        <p:nvSpPr>
          <p:cNvPr id="4" name="">
            <a:extLst xmlns:a="http://schemas.openxmlformats.org/drawingml/2006/main">
              <a:ext uri="{FF2B5EF4-FFF2-40B4-BE49-F238E27FC236}">
                <a16:creationId xmlns:a16="http://schemas.microsoft.com/office/drawing/2014/main" id="{85AE8F7E-F0C0-4A24-81C5-378D785A6603}"/>
              </a:ext>
            </a:extLst>
          </p:cNvPr>
          <p:cNvSpPr>
            <a:spLocks xmlns:a="http://schemas.openxmlformats.org/drawingml/2006/main" noGrp="1"/>
          </p:cNvSpPr>
          <p:nvPr/>
        </p:nvSpPr>
        <p:spPr>
          <a:xfrm xmlns:a="http://schemas.openxmlformats.org/drawingml/2006/main">
            <a:off x="53340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01 접속·지역 선택</a:t>
            </a:r>
          </a:p>
        </p:txBody>
      </p:sp>
      <p:sp>
        <p:nvSpPr>
          <p:cNvPr id="5" name="">
            <a:extLst xmlns:a="http://schemas.openxmlformats.org/drawingml/2006/main">
              <a:ext uri="{FF2B5EF4-FFF2-40B4-BE49-F238E27FC236}">
                <a16:creationId xmlns:a16="http://schemas.microsoft.com/office/drawing/2014/main" id="{6DAB143D-E19F-4A14-9337-CEFB24AD31B5}"/>
              </a:ext>
            </a:extLst>
          </p:cNvPr>
          <p:cNvSpPr>
            <a:spLocks xmlns:a="http://schemas.openxmlformats.org/drawingml/2006/main" noGrp="1"/>
          </p:cNvSpPr>
          <p:nvPr/>
        </p:nvSpPr>
        <p:spPr>
          <a:xfrm xmlns:a="http://schemas.openxmlformats.org/drawingml/2006/main">
            <a:off x="53340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지역선택에서 지표 확인</a:t>
            </a:r>
          </a:p>
        </p:txBody>
      </p:sp>
      <p:sp>
        <p:nvSpPr>
          <p:cNvPr id="6" name="">
            <a:extLst xmlns:a="http://schemas.openxmlformats.org/drawingml/2006/main">
              <a:ext uri="{FF2B5EF4-FFF2-40B4-BE49-F238E27FC236}">
                <a16:creationId xmlns:a16="http://schemas.microsoft.com/office/drawing/2014/main" id="{236D4AB9-F5F4-4DE5-BF32-A0A765589BED}"/>
              </a:ext>
            </a:extLst>
          </p:cNvPr>
          <p:cNvSpPr>
            <a:spLocks xmlns:a="http://schemas.openxmlformats.org/drawingml/2006/main" noGrp="1"/>
          </p:cNvSpPr>
          <p:nvPr/>
        </p:nvSpPr>
        <p:spPr>
          <a:xfrm xmlns:a="http://schemas.openxmlformats.org/drawingml/2006/main">
            <a:off x="2552700"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54FC95-287A-49AA-B329-362A0CB619E6}"/>
              </a:ext>
            </a:extLst>
          </p:cNvPr>
          <p:cNvSpPr>
            <a:spLocks xmlns:a="http://schemas.openxmlformats.org/drawingml/2006/main" noGrp="1"/>
          </p:cNvSpPr>
          <p:nvPr/>
        </p:nvSpPr>
        <p:spPr>
          <a:xfrm xmlns:a="http://schemas.openxmlformats.org/drawingml/2006/main">
            <a:off x="2809875"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02 기획안 생성</a:t>
            </a:r>
          </a:p>
        </p:txBody>
      </p:sp>
      <p:sp>
        <p:nvSpPr>
          <p:cNvPr id="8" name="">
            <a:extLst xmlns:a="http://schemas.openxmlformats.org/drawingml/2006/main">
              <a:ext uri="{FF2B5EF4-FFF2-40B4-BE49-F238E27FC236}">
                <a16:creationId xmlns:a16="http://schemas.microsoft.com/office/drawing/2014/main" id="{D758FE63-891D-4F19-9858-7683E995AE67}"/>
              </a:ext>
            </a:extLst>
          </p:cNvPr>
          <p:cNvSpPr>
            <a:spLocks xmlns:a="http://schemas.openxmlformats.org/drawingml/2006/main" noGrp="1"/>
          </p:cNvSpPr>
          <p:nvPr/>
        </p:nvSpPr>
        <p:spPr>
          <a:xfrm xmlns:a="http://schemas.openxmlformats.org/drawingml/2006/main">
            <a:off x="2809875"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조건 입력 후 생성 클릭</a:t>
            </a:r>
          </a:p>
        </p:txBody>
      </p:sp>
      <p:sp>
        <p:nvSpPr>
          <p:cNvPr id="9" name="">
            <a:extLst xmlns:a="http://schemas.openxmlformats.org/drawingml/2006/main">
              <a:ext uri="{FF2B5EF4-FFF2-40B4-BE49-F238E27FC236}">
                <a16:creationId xmlns:a16="http://schemas.microsoft.com/office/drawing/2014/main" id="{72AEED12-58FF-45EB-8BA0-FF9B0900AB5F}"/>
              </a:ext>
            </a:extLst>
          </p:cNvPr>
          <p:cNvSpPr>
            <a:spLocks xmlns:a="http://schemas.openxmlformats.org/drawingml/2006/main" noGrp="1"/>
          </p:cNvSpPr>
          <p:nvPr/>
        </p:nvSpPr>
        <p:spPr>
          <a:xfrm xmlns:a="http://schemas.openxmlformats.org/drawingml/2006/main">
            <a:off x="4829175"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F0A537-BCFC-4D2D-8546-45C41D115C50}"/>
              </a:ext>
            </a:extLst>
          </p:cNvPr>
          <p:cNvSpPr>
            <a:spLocks xmlns:a="http://schemas.openxmlformats.org/drawingml/2006/main" noGrp="1"/>
          </p:cNvSpPr>
          <p:nvPr/>
        </p:nvSpPr>
        <p:spPr>
          <a:xfrm xmlns:a="http://schemas.openxmlformats.org/drawingml/2006/main">
            <a:off x="508635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03 진행·결과 확인</a:t>
            </a:r>
          </a:p>
        </p:txBody>
      </p:sp>
      <p:sp>
        <p:nvSpPr>
          <p:cNvPr id="11" name="">
            <a:extLst xmlns:a="http://schemas.openxmlformats.org/drawingml/2006/main">
              <a:ext uri="{FF2B5EF4-FFF2-40B4-BE49-F238E27FC236}">
                <a16:creationId xmlns:a16="http://schemas.microsoft.com/office/drawing/2014/main" id="{8136AD90-EA27-4F88-A2B2-EEA129104BE1}"/>
              </a:ext>
            </a:extLst>
          </p:cNvPr>
          <p:cNvSpPr>
            <a:spLocks xmlns:a="http://schemas.openxmlformats.org/drawingml/2006/main" noGrp="1"/>
          </p:cNvSpPr>
          <p:nvPr/>
        </p:nvSpPr>
        <p:spPr>
          <a:xfrm xmlns:a="http://schemas.openxmlformats.org/drawingml/2006/main">
            <a:off x="508635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현재 단계와 초안 확인</a:t>
            </a:r>
          </a:p>
        </p:txBody>
      </p:sp>
      <p:sp>
        <p:nvSpPr>
          <p:cNvPr id="12" name="">
            <a:extLst xmlns:a="http://schemas.openxmlformats.org/drawingml/2006/main">
              <a:ext uri="{FF2B5EF4-FFF2-40B4-BE49-F238E27FC236}">
                <a16:creationId xmlns:a16="http://schemas.microsoft.com/office/drawing/2014/main" id="{A82A6EC5-AC23-4A2C-B37D-D018CBF72A3D}"/>
              </a:ext>
            </a:extLst>
          </p:cNvPr>
          <p:cNvSpPr>
            <a:spLocks xmlns:a="http://schemas.openxmlformats.org/drawingml/2006/main" noGrp="1"/>
          </p:cNvSpPr>
          <p:nvPr/>
        </p:nvSpPr>
        <p:spPr>
          <a:xfrm xmlns:a="http://schemas.openxmlformats.org/drawingml/2006/main">
            <a:off x="7105650"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93ACD3-2EFE-4B2C-B54C-C2E70BA34792}"/>
              </a:ext>
            </a:extLst>
          </p:cNvPr>
          <p:cNvSpPr>
            <a:spLocks xmlns:a="http://schemas.openxmlformats.org/drawingml/2006/main" noGrp="1"/>
          </p:cNvSpPr>
          <p:nvPr/>
        </p:nvSpPr>
        <p:spPr>
          <a:xfrm xmlns:a="http://schemas.openxmlformats.org/drawingml/2006/main">
            <a:off x="7362825"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04 수정·저장</a:t>
            </a:r>
          </a:p>
        </p:txBody>
      </p:sp>
      <p:sp>
        <p:nvSpPr>
          <p:cNvPr id="14" name="">
            <a:extLst xmlns:a="http://schemas.openxmlformats.org/drawingml/2006/main">
              <a:ext uri="{FF2B5EF4-FFF2-40B4-BE49-F238E27FC236}">
                <a16:creationId xmlns:a16="http://schemas.microsoft.com/office/drawing/2014/main" id="{800F4989-8AA4-46DA-A06D-8939E1993CCA}"/>
              </a:ext>
            </a:extLst>
          </p:cNvPr>
          <p:cNvSpPr>
            <a:spLocks xmlns:a="http://schemas.openxmlformats.org/drawingml/2006/main" noGrp="1"/>
          </p:cNvSpPr>
          <p:nvPr/>
        </p:nvSpPr>
        <p:spPr>
          <a:xfrm xmlns:a="http://schemas.openxmlformats.org/drawingml/2006/main">
            <a:off x="7362825"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챗봇 조정 후 저장하기</a:t>
            </a:r>
          </a:p>
        </p:txBody>
      </p:sp>
      <p:sp>
        <p:nvSpPr>
          <p:cNvPr id="15" name="">
            <a:extLst xmlns:a="http://schemas.openxmlformats.org/drawingml/2006/main">
              <a:ext uri="{FF2B5EF4-FFF2-40B4-BE49-F238E27FC236}">
                <a16:creationId xmlns:a16="http://schemas.microsoft.com/office/drawing/2014/main" id="{F6488055-1278-401A-BA8C-96AC1C385BD3}"/>
              </a:ext>
            </a:extLst>
          </p:cNvPr>
          <p:cNvSpPr>
            <a:spLocks xmlns:a="http://schemas.openxmlformats.org/drawingml/2006/main" noGrp="1"/>
          </p:cNvSpPr>
          <p:nvPr/>
        </p:nvSpPr>
        <p:spPr>
          <a:xfrm xmlns:a="http://schemas.openxmlformats.org/drawingml/2006/main">
            <a:off x="9382125"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84D3BFA-190F-470D-92D2-44893F68C428}"/>
              </a:ext>
            </a:extLst>
          </p:cNvPr>
          <p:cNvSpPr>
            <a:spLocks xmlns:a="http://schemas.openxmlformats.org/drawingml/2006/main" noGrp="1"/>
          </p:cNvSpPr>
          <p:nvPr/>
        </p:nvSpPr>
        <p:spPr>
          <a:xfrm xmlns:a="http://schemas.openxmlformats.org/drawingml/2006/main">
            <a:off x="963930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05 파일 다운로드</a:t>
            </a:r>
          </a:p>
        </p:txBody>
      </p:sp>
      <p:sp>
        <p:nvSpPr>
          <p:cNvPr id="17" name="">
            <a:extLst xmlns:a="http://schemas.openxmlformats.org/drawingml/2006/main">
              <a:ext uri="{FF2B5EF4-FFF2-40B4-BE49-F238E27FC236}">
                <a16:creationId xmlns:a16="http://schemas.microsoft.com/office/drawing/2014/main" id="{ABC180A7-BBDA-4A26-8FD5-5AEEBF246176}"/>
              </a:ext>
            </a:extLst>
          </p:cNvPr>
          <p:cNvSpPr>
            <a:spLocks xmlns:a="http://schemas.openxmlformats.org/drawingml/2006/main" noGrp="1"/>
          </p:cNvSpPr>
          <p:nvPr/>
        </p:nvSpPr>
        <p:spPr>
          <a:xfrm xmlns:a="http://schemas.openxmlformats.org/drawingml/2006/main">
            <a:off x="963930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저장된 기획서에서 선택</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7538e0251404127"/>
          <a:stretch xmlns:a="http://schemas.openxmlformats.org/drawingml/2006/main"/>
        </p:blipFill>
        <p:spPr>
          <a:xfrm xmlns:a="http://schemas.openxmlformats.org/drawingml/2006/main">
            <a:off x="2199562" y="3190875"/>
            <a:ext cx="3001801" cy="2638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1F2180F5-7C53-4375-B5B4-5C3D8DA64362}"/>
              </a:ext>
            </a:extLst>
          </p:cNvPr>
          <p:cNvSpPr>
            <a:spLocks xmlns:a="http://schemas.openxmlformats.org/drawingml/2006/main" noGrp="1"/>
          </p:cNvSpPr>
          <p:nvPr/>
        </p:nvSpPr>
        <p:spPr>
          <a:xfrm xmlns:a="http://schemas.openxmlformats.org/drawingml/2006/main">
            <a:off x="7372350" y="32956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Word · PowerPoint</a:t>
            </a:r>
          </a:p>
        </p:txBody>
      </p:sp>
      <p:sp>
        <p:nvSpPr>
          <p:cNvPr id="20" name="">
            <a:extLst xmlns:a="http://schemas.openxmlformats.org/drawingml/2006/main">
              <a:ext uri="{FF2B5EF4-FFF2-40B4-BE49-F238E27FC236}">
                <a16:creationId xmlns:a16="http://schemas.microsoft.com/office/drawing/2014/main" id="{76FD430E-8DB2-4696-9D3F-7928D1BFFD91}"/>
              </a:ext>
            </a:extLst>
          </p:cNvPr>
          <p:cNvSpPr>
            <a:spLocks xmlns:a="http://schemas.openxmlformats.org/drawingml/2006/main" noGrp="1"/>
          </p:cNvSpPr>
          <p:nvPr/>
        </p:nvSpPr>
        <p:spPr>
          <a:xfrm xmlns:a="http://schemas.openxmlformats.org/drawingml/2006/main">
            <a:off x="7372350" y="3876675"/>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목록에서 제목을 열고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원하는 파일 형식을 선택합니다.</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ec0604b99d94c88"/>
          <a:stretch xmlns:a="http://schemas.openxmlformats.org/drawingml/2006/main"/>
        </p:blipFill>
        <p:spPr>
          <a:xfrm xmlns:a="http://schemas.openxmlformats.org/drawingml/2006/main">
            <a:off x="7660592" y="4838700"/>
            <a:ext cx="3709766" cy="73342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957CC199-7137-4E65-B430-B7839BF41652}"/>
              </a:ext>
            </a:extLst>
          </p:cNvPr>
          <p:cNvSpPr>
            <a:spLocks xmlns:a="http://schemas.openxmlformats.org/drawingml/2006/main" noGrp="1"/>
          </p:cNvSpPr>
          <p:nvPr/>
        </p:nvSpPr>
        <p:spPr>
          <a:xfrm xmlns:a="http://schemas.openxmlformats.org/drawingml/2006/main">
            <a:off x="7372350" y="56578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같은 수치·출처로 두 형식 출력</a:t>
            </a:r>
          </a:p>
        </p:txBody>
      </p:sp>
      <p:sp>
        <p:nvSpPr>
          <p:cNvPr id="23" name="">
            <a:extLst xmlns:a="http://schemas.openxmlformats.org/drawingml/2006/main">
              <a:ext uri="{FF2B5EF4-FFF2-40B4-BE49-F238E27FC236}">
                <a16:creationId xmlns:a16="http://schemas.microsoft.com/office/drawing/2014/main" id="{8307160C-F148-4E46-8D18-6653C206F1B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생성 결과를 검토한 뒤 저장합니다. 저장된 기획서는 나중에 다시 열어 파일로 받을 수 있습니다.</a:t>
            </a:r>
          </a:p>
        </p:txBody>
      </p:sp>
    </p:spTree>
    <p:extLst>
      <p:ext uri="{BB962C8B-B14F-4D97-AF65-F5344CB8AC3E}">
        <p14:creationId xmlns:p14="http://schemas.microsoft.com/office/powerpoint/2010/main" val="154234657"/>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1BE6C2-B2B6-4228-A10C-967ED2E5D6B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2" name="">
            <a:extLst xmlns:a="http://schemas.openxmlformats.org/drawingml/2006/main">
              <a:ext uri="{FF2B5EF4-FFF2-40B4-BE49-F238E27FC236}">
                <a16:creationId xmlns:a16="http://schemas.microsoft.com/office/drawing/2014/main" id="{5F28827D-11BE-47CA-93E8-5D6E53E0BAD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A92D8A0F-A20D-4F24-9F51-A34E5A7CEC8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40</a:t>
            </a:r>
          </a:p>
        </p:txBody>
      </p:sp>
      <p:sp>
        <p:nvSpPr>
          <p:cNvPr id="4" name="">
            <a:extLst xmlns:a="http://schemas.openxmlformats.org/drawingml/2006/main">
              <a:ext uri="{FF2B5EF4-FFF2-40B4-BE49-F238E27FC236}">
                <a16:creationId xmlns:a16="http://schemas.microsoft.com/office/drawing/2014/main" id="{2494ED04-DE3A-49CB-A029-81A908CD5F94}"/>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685454-7D26-4484-9523-4BB07D54DB21}"/>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6" name="">
            <a:extLst xmlns:a="http://schemas.openxmlformats.org/drawingml/2006/main">
              <a:ext uri="{FF2B5EF4-FFF2-40B4-BE49-F238E27FC236}">
                <a16:creationId xmlns:a16="http://schemas.microsoft.com/office/drawing/2014/main" id="{36EADA9D-2D37-4BE3-AF59-C05C3C3BC553}"/>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7" name="">
            <a:extLst xmlns:a="http://schemas.openxmlformats.org/drawingml/2006/main">
              <a:ext uri="{FF2B5EF4-FFF2-40B4-BE49-F238E27FC236}">
                <a16:creationId xmlns:a16="http://schemas.microsoft.com/office/drawing/2014/main" id="{8958E075-5C72-478D-8000-C8F7D6A5ACB8}"/>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B8E994-2D55-4F1A-B27C-75EF4BDD4586}"/>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9" name="">
            <a:extLst xmlns:a="http://schemas.openxmlformats.org/drawingml/2006/main">
              <a:ext uri="{FF2B5EF4-FFF2-40B4-BE49-F238E27FC236}">
                <a16:creationId xmlns:a16="http://schemas.microsoft.com/office/drawing/2014/main" id="{7EB633A3-5B43-4F79-9147-7C232925FD28}"/>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0" name="">
            <a:extLst xmlns:a="http://schemas.openxmlformats.org/drawingml/2006/main">
              <a:ext uri="{FF2B5EF4-FFF2-40B4-BE49-F238E27FC236}">
                <a16:creationId xmlns:a16="http://schemas.microsoft.com/office/drawing/2014/main" id="{E759B8CB-3425-4B56-900A-6167E52D2F77}"/>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904F3A-881C-4697-9EAE-5F766F67D68B}"/>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2" name="">
            <a:extLst xmlns:a="http://schemas.openxmlformats.org/drawingml/2006/main">
              <a:ext uri="{FF2B5EF4-FFF2-40B4-BE49-F238E27FC236}">
                <a16:creationId xmlns:a16="http://schemas.microsoft.com/office/drawing/2014/main" id="{5D3E467C-75AC-441F-9DB5-AB78184E2EE9}"/>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3" name="">
            <a:extLst xmlns:a="http://schemas.openxmlformats.org/drawingml/2006/main">
              <a:ext uri="{FF2B5EF4-FFF2-40B4-BE49-F238E27FC236}">
                <a16:creationId xmlns:a16="http://schemas.microsoft.com/office/drawing/2014/main" id="{A2C6B8E4-50B8-4AB4-836A-16BD73EC5E1F}"/>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45FFFF-93E9-42B5-AFFE-57D593CF5055}"/>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F259C56-43EE-4AC9-9B65-2060D724231B}"/>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6" name="">
            <a:extLst xmlns:a="http://schemas.openxmlformats.org/drawingml/2006/main">
              <a:ext uri="{FF2B5EF4-FFF2-40B4-BE49-F238E27FC236}">
                <a16:creationId xmlns:a16="http://schemas.microsoft.com/office/drawing/2014/main" id="{4BC6080E-0021-4074-A50F-95C44FE5F517}"/>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7" name="">
            <a:extLst xmlns:a="http://schemas.openxmlformats.org/drawingml/2006/main">
              <a:ext uri="{FF2B5EF4-FFF2-40B4-BE49-F238E27FC236}">
                <a16:creationId xmlns:a16="http://schemas.microsoft.com/office/drawing/2014/main" id="{6738DCC9-0A1F-4A8F-9B48-9D0A6E68BE47}"/>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095A6C9-70B4-4ED6-91BE-D3AABFAA8C49}"/>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19" name="">
            <a:extLst xmlns:a="http://schemas.openxmlformats.org/drawingml/2006/main">
              <a:ext uri="{FF2B5EF4-FFF2-40B4-BE49-F238E27FC236}">
                <a16:creationId xmlns:a16="http://schemas.microsoft.com/office/drawing/2014/main" id="{B79B9230-8047-4D15-9378-2E10C443354F}"/>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0" name="">
            <a:extLst xmlns:a="http://schemas.openxmlformats.org/drawingml/2006/main">
              <a:ext uri="{FF2B5EF4-FFF2-40B4-BE49-F238E27FC236}">
                <a16:creationId xmlns:a16="http://schemas.microsoft.com/office/drawing/2014/main" id="{09A36555-B5CB-451B-991F-36E6C385F4BE}"/>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7A572E9-EB30-4BA9-AD49-6BE0E8FD4114}"/>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8EFB85-0AAB-4EBC-AD8F-4D6CB967A861}"/>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3" name="">
            <a:extLst xmlns:a="http://schemas.openxmlformats.org/drawingml/2006/main">
              <a:ext uri="{FF2B5EF4-FFF2-40B4-BE49-F238E27FC236}">
                <a16:creationId xmlns:a16="http://schemas.microsoft.com/office/drawing/2014/main" id="{9F48F469-1387-4024-BDCC-4E640C938BA8}"/>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4" name="">
            <a:extLst xmlns:a="http://schemas.openxmlformats.org/drawingml/2006/main">
              <a:ext uri="{FF2B5EF4-FFF2-40B4-BE49-F238E27FC236}">
                <a16:creationId xmlns:a16="http://schemas.microsoft.com/office/drawing/2014/main" id="{9131427D-200D-499E-81F5-8BFF47881A43}"/>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A9B10B9-33AC-452A-BD31-877E0EB0E3E2}"/>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8F8474B-23BA-4041-ACC8-8C77A41DCECA}"/>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7" name="">
            <a:extLst xmlns:a="http://schemas.openxmlformats.org/drawingml/2006/main">
              <a:ext uri="{FF2B5EF4-FFF2-40B4-BE49-F238E27FC236}">
                <a16:creationId xmlns:a16="http://schemas.microsoft.com/office/drawing/2014/main" id="{A10DF0DA-9034-4282-8D01-593FE4ABD149}"/>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8" name="">
            <a:extLst xmlns:a="http://schemas.openxmlformats.org/drawingml/2006/main">
              <a:ext uri="{FF2B5EF4-FFF2-40B4-BE49-F238E27FC236}">
                <a16:creationId xmlns:a16="http://schemas.microsoft.com/office/drawing/2014/main" id="{7E7671DE-ED97-4E8C-8461-AFD05777DB77}"/>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F4EF75B-B744-4811-A82C-55106D562C9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581910283"/>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A1E8BA-5C38-4EB0-AFDC-B769A70FE9B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2" name="">
            <a:extLst xmlns:a="http://schemas.openxmlformats.org/drawingml/2006/main">
              <a:ext uri="{FF2B5EF4-FFF2-40B4-BE49-F238E27FC236}">
                <a16:creationId xmlns:a16="http://schemas.microsoft.com/office/drawing/2014/main" id="{AF032484-0CA4-407E-A518-85C1959B0E11}"/>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6BFACB86-C9E6-456F-8E72-86AF365AFE2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40</a:t>
            </a:r>
          </a:p>
        </p:txBody>
      </p:sp>
      <p:sp>
        <p:nvSpPr>
          <p:cNvPr id="4" name="">
            <a:extLst xmlns:a="http://schemas.openxmlformats.org/drawingml/2006/main">
              <a:ext uri="{FF2B5EF4-FFF2-40B4-BE49-F238E27FC236}">
                <a16:creationId xmlns:a16="http://schemas.microsoft.com/office/drawing/2014/main" id="{0A1B7C66-07BC-4CC8-BEE1-50E227A99B2F}"/>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5" name="">
            <a:extLst xmlns:a="http://schemas.openxmlformats.org/drawingml/2006/main">
              <a:ext uri="{FF2B5EF4-FFF2-40B4-BE49-F238E27FC236}">
                <a16:creationId xmlns:a16="http://schemas.microsoft.com/office/drawing/2014/main" id="{A9C0D3AF-516C-40B3-86AC-79A21524E9B9}"/>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6" name="">
            <a:extLst xmlns:a="http://schemas.openxmlformats.org/drawingml/2006/main">
              <a:ext uri="{FF2B5EF4-FFF2-40B4-BE49-F238E27FC236}">
                <a16:creationId xmlns:a16="http://schemas.microsoft.com/office/drawing/2014/main" id="{1FF010D4-6AB4-4091-B29D-B122F826FF7A}"/>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7" name="">
            <a:extLst xmlns:a="http://schemas.openxmlformats.org/drawingml/2006/main">
              <a:ext uri="{FF2B5EF4-FFF2-40B4-BE49-F238E27FC236}">
                <a16:creationId xmlns:a16="http://schemas.microsoft.com/office/drawing/2014/main" id="{4276612E-0873-493F-A59F-FAB09F5DC765}"/>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5727A7A-1967-468F-80F5-4CCC829CC8FB}"/>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9" name="">
            <a:extLst xmlns:a="http://schemas.openxmlformats.org/drawingml/2006/main">
              <a:ext uri="{FF2B5EF4-FFF2-40B4-BE49-F238E27FC236}">
                <a16:creationId xmlns:a16="http://schemas.microsoft.com/office/drawing/2014/main" id="{484FEBC1-03DF-41C4-8CB2-023CCFACB729}"/>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0" name="">
            <a:extLst xmlns:a="http://schemas.openxmlformats.org/drawingml/2006/main">
              <a:ext uri="{FF2B5EF4-FFF2-40B4-BE49-F238E27FC236}">
                <a16:creationId xmlns:a16="http://schemas.microsoft.com/office/drawing/2014/main" id="{A67325A8-D537-4EBF-A623-1D7D0FE110E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695847163"/>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E55363-9F99-4ABB-943C-302C8DD04FD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2" name="">
            <a:extLst xmlns:a="http://schemas.openxmlformats.org/drawingml/2006/main">
              <a:ext uri="{FF2B5EF4-FFF2-40B4-BE49-F238E27FC236}">
                <a16:creationId xmlns:a16="http://schemas.microsoft.com/office/drawing/2014/main" id="{AA786C31-FE6B-4321-B6A5-2D065BB23771}"/>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CF22A777-D2A7-4375-8809-55D9CF1BCA8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40</a:t>
            </a:r>
          </a:p>
        </p:txBody>
      </p:sp>
      <p:graphicFrame>
        <p:nvGraphicFramePr>
          <p:cNvPr id="9"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AD0406A-597D-4C9E-8E0D-0CB13035CE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14011274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FFAFEF6-B993-47C9-A19A-B6D1B292E85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2" name="">
            <a:extLst xmlns:a="http://schemas.openxmlformats.org/drawingml/2006/main">
              <a:ext uri="{FF2B5EF4-FFF2-40B4-BE49-F238E27FC236}">
                <a16:creationId xmlns:a16="http://schemas.microsoft.com/office/drawing/2014/main" id="{943F146E-8D1E-4DFB-872A-492772D4C82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6171D91F-6A9D-48C9-90E4-CAD366F510E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40</a:t>
            </a:r>
          </a:p>
        </p:txBody>
      </p:sp>
      <p:sp>
        <p:nvSpPr>
          <p:cNvPr id="4" name="">
            <a:extLst xmlns:a="http://schemas.openxmlformats.org/drawingml/2006/main">
              <a:ext uri="{FF2B5EF4-FFF2-40B4-BE49-F238E27FC236}">
                <a16:creationId xmlns:a16="http://schemas.microsoft.com/office/drawing/2014/main" id="{B803D770-0BA2-40F1-839F-B3C61FAFF2FA}"/>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92177E-B729-43C6-A8F2-FAA6639BE96A}"/>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6" name="">
            <a:extLst xmlns:a="http://schemas.openxmlformats.org/drawingml/2006/main">
              <a:ext uri="{FF2B5EF4-FFF2-40B4-BE49-F238E27FC236}">
                <a16:creationId xmlns:a16="http://schemas.microsoft.com/office/drawing/2014/main" id="{9BB74C70-C6EB-4BF0-A425-449EC5C8B48B}"/>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7" name="">
            <a:extLst xmlns:a="http://schemas.openxmlformats.org/drawingml/2006/main">
              <a:ext uri="{FF2B5EF4-FFF2-40B4-BE49-F238E27FC236}">
                <a16:creationId xmlns:a16="http://schemas.microsoft.com/office/drawing/2014/main" id="{AFA1D20D-9EFA-4EAC-BFF9-9AD724F14999}"/>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86C8FE-3223-4DFF-8776-82B3D9D51ED8}"/>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B52F1A3-808B-4B60-9098-1D9B23A97982}"/>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0" name="">
            <a:extLst xmlns:a="http://schemas.openxmlformats.org/drawingml/2006/main">
              <a:ext uri="{FF2B5EF4-FFF2-40B4-BE49-F238E27FC236}">
                <a16:creationId xmlns:a16="http://schemas.microsoft.com/office/drawing/2014/main" id="{F461B1B7-3A68-4241-9B30-A5963172A741}"/>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1" name="">
            <a:extLst xmlns:a="http://schemas.openxmlformats.org/drawingml/2006/main">
              <a:ext uri="{FF2B5EF4-FFF2-40B4-BE49-F238E27FC236}">
                <a16:creationId xmlns:a16="http://schemas.microsoft.com/office/drawing/2014/main" id="{5DF3A7D7-F2EB-4C83-AA11-B349B364FB74}"/>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3C9B15-61EC-42F8-801D-76AC3883DD6D}"/>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CD4CD86-ED41-40E7-911D-F6A9C830232B}"/>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4" name="">
            <a:extLst xmlns:a="http://schemas.openxmlformats.org/drawingml/2006/main">
              <a:ext uri="{FF2B5EF4-FFF2-40B4-BE49-F238E27FC236}">
                <a16:creationId xmlns:a16="http://schemas.microsoft.com/office/drawing/2014/main" id="{B74CF790-45C0-4DE5-BDAE-6BD72DBF3091}"/>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5" name="">
            <a:extLst xmlns:a="http://schemas.openxmlformats.org/drawingml/2006/main">
              <a:ext uri="{FF2B5EF4-FFF2-40B4-BE49-F238E27FC236}">
                <a16:creationId xmlns:a16="http://schemas.microsoft.com/office/drawing/2014/main" id="{6D423209-071D-43C0-BC9C-DCA5ED6B0140}"/>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30920D0-2771-4845-A346-984230872441}"/>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D90D22-A128-4675-9B21-D82C216F785E}"/>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8" name="">
            <a:extLst xmlns:a="http://schemas.openxmlformats.org/drawingml/2006/main">
              <a:ext uri="{FF2B5EF4-FFF2-40B4-BE49-F238E27FC236}">
                <a16:creationId xmlns:a16="http://schemas.microsoft.com/office/drawing/2014/main" id="{5B986C5A-9384-4E05-8813-E32B036FAB5A}"/>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19" name="">
            <a:extLst xmlns:a="http://schemas.openxmlformats.org/drawingml/2006/main">
              <a:ext uri="{FF2B5EF4-FFF2-40B4-BE49-F238E27FC236}">
                <a16:creationId xmlns:a16="http://schemas.microsoft.com/office/drawing/2014/main" id="{A0D70C59-85D3-415A-9191-45A25824730A}"/>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0" name="">
            <a:extLst xmlns:a="http://schemas.openxmlformats.org/drawingml/2006/main">
              <a:ext uri="{FF2B5EF4-FFF2-40B4-BE49-F238E27FC236}">
                <a16:creationId xmlns:a16="http://schemas.microsoft.com/office/drawing/2014/main" id="{C348531A-0AC2-4CDC-9BD0-6E2284500081}"/>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1764DE7-30BD-434A-A749-8B0CBF18105A}"/>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2" name="">
            <a:extLst xmlns:a="http://schemas.openxmlformats.org/drawingml/2006/main">
              <a:ext uri="{FF2B5EF4-FFF2-40B4-BE49-F238E27FC236}">
                <a16:creationId xmlns:a16="http://schemas.microsoft.com/office/drawing/2014/main" id="{4EB819B1-284E-482C-A699-6B29E769FF71}"/>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3" name="">
            <a:extLst xmlns:a="http://schemas.openxmlformats.org/drawingml/2006/main">
              <a:ext uri="{FF2B5EF4-FFF2-40B4-BE49-F238E27FC236}">
                <a16:creationId xmlns:a16="http://schemas.microsoft.com/office/drawing/2014/main" id="{ACB4D48B-7258-4436-8699-E59A10268C45}"/>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BB7BA3E-10AE-4791-9BE4-4F998199F035}"/>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5" name="">
            <a:extLst xmlns:a="http://schemas.openxmlformats.org/drawingml/2006/main">
              <a:ext uri="{FF2B5EF4-FFF2-40B4-BE49-F238E27FC236}">
                <a16:creationId xmlns:a16="http://schemas.microsoft.com/office/drawing/2014/main" id="{FCED1F00-A30F-4DFC-B7B4-23DB84FF4E99}"/>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6" name="">
            <a:extLst xmlns:a="http://schemas.openxmlformats.org/drawingml/2006/main">
              <a:ext uri="{FF2B5EF4-FFF2-40B4-BE49-F238E27FC236}">
                <a16:creationId xmlns:a16="http://schemas.microsoft.com/office/drawing/2014/main" id="{FDB174B0-A3B5-448A-889F-B1FD75330E56}"/>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3B120A8-1A0D-4B2C-B410-5E344CAE416B}"/>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529933801"/>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D253BA-2CC6-4D23-9DEF-39C09F46627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2" name="">
            <a:extLst xmlns:a="http://schemas.openxmlformats.org/drawingml/2006/main">
              <a:ext uri="{FF2B5EF4-FFF2-40B4-BE49-F238E27FC236}">
                <a16:creationId xmlns:a16="http://schemas.microsoft.com/office/drawing/2014/main" id="{24681734-E283-43F1-9C99-2C8586A71B66}"/>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861A3846-EB2B-4448-90DA-0F14351EAA8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40</a:t>
            </a:r>
          </a:p>
        </p:txBody>
      </p:sp>
      <p:sp>
        <p:nvSpPr>
          <p:cNvPr id="4" name="">
            <a:extLst xmlns:a="http://schemas.openxmlformats.org/drawingml/2006/main">
              <a:ext uri="{FF2B5EF4-FFF2-40B4-BE49-F238E27FC236}">
                <a16:creationId xmlns:a16="http://schemas.microsoft.com/office/drawing/2014/main" id="{7FD94C0C-BFA1-4328-ABA9-216E1070CF51}"/>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B9F688-84C8-4F59-A239-4824248819AC}"/>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6" name="">
            <a:extLst xmlns:a="http://schemas.openxmlformats.org/drawingml/2006/main">
              <a:ext uri="{FF2B5EF4-FFF2-40B4-BE49-F238E27FC236}">
                <a16:creationId xmlns:a16="http://schemas.microsoft.com/office/drawing/2014/main" id="{ADEC6220-1F23-4AEB-A72F-A16A7AF5D74F}"/>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7" name="">
            <a:extLst xmlns:a="http://schemas.openxmlformats.org/drawingml/2006/main">
              <a:ext uri="{FF2B5EF4-FFF2-40B4-BE49-F238E27FC236}">
                <a16:creationId xmlns:a16="http://schemas.microsoft.com/office/drawing/2014/main" id="{3AFC45C3-CC63-4C04-BF6D-E440F416077B}"/>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3A48CC-A261-496E-9A46-ADB80DE6E581}"/>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9" name="">
            <a:extLst xmlns:a="http://schemas.openxmlformats.org/drawingml/2006/main">
              <a:ext uri="{FF2B5EF4-FFF2-40B4-BE49-F238E27FC236}">
                <a16:creationId xmlns:a16="http://schemas.microsoft.com/office/drawing/2014/main" id="{23434A7F-4193-429F-AA8A-2B3036B57CC1}"/>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0" name="">
            <a:extLst xmlns:a="http://schemas.openxmlformats.org/drawingml/2006/main">
              <a:ext uri="{FF2B5EF4-FFF2-40B4-BE49-F238E27FC236}">
                <a16:creationId xmlns:a16="http://schemas.microsoft.com/office/drawing/2014/main" id="{B565EBFA-90F1-438D-BE00-5850E7B94F54}"/>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1C4CB1-199C-4187-92CA-542689BEBA29}"/>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2" name="">
            <a:extLst xmlns:a="http://schemas.openxmlformats.org/drawingml/2006/main">
              <a:ext uri="{FF2B5EF4-FFF2-40B4-BE49-F238E27FC236}">
                <a16:creationId xmlns:a16="http://schemas.microsoft.com/office/drawing/2014/main" id="{D699856B-37B9-4FD1-813D-D6B58F1D634E}"/>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E699C97-EEB9-4CBE-8569-45176FA7B113}"/>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4" name="">
            <a:extLst xmlns:a="http://schemas.openxmlformats.org/drawingml/2006/main">
              <a:ext uri="{FF2B5EF4-FFF2-40B4-BE49-F238E27FC236}">
                <a16:creationId xmlns:a16="http://schemas.microsoft.com/office/drawing/2014/main" id="{310B838E-FFC5-45E6-9DF6-9FE022844CA7}"/>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5" name="">
            <a:extLst xmlns:a="http://schemas.openxmlformats.org/drawingml/2006/main">
              <a:ext uri="{FF2B5EF4-FFF2-40B4-BE49-F238E27FC236}">
                <a16:creationId xmlns:a16="http://schemas.microsoft.com/office/drawing/2014/main" id="{D1BE2AE6-940F-4296-A16E-758EE40B676F}"/>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A9AE01B-8013-49BF-87F3-EB201E4124EB}"/>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A2D742F-B2AF-44C0-82C0-F4BBCCACA77F}"/>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8" name="">
            <a:extLst xmlns:a="http://schemas.openxmlformats.org/drawingml/2006/main">
              <a:ext uri="{FF2B5EF4-FFF2-40B4-BE49-F238E27FC236}">
                <a16:creationId xmlns:a16="http://schemas.microsoft.com/office/drawing/2014/main" id="{5A77365A-3F5B-497A-8873-0D1D082E2441}"/>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19" name="">
            <a:extLst xmlns:a="http://schemas.openxmlformats.org/drawingml/2006/main">
              <a:ext uri="{FF2B5EF4-FFF2-40B4-BE49-F238E27FC236}">
                <a16:creationId xmlns:a16="http://schemas.microsoft.com/office/drawing/2014/main" id="{ADEA0834-17FF-424E-A96D-9984759BB29E}"/>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BABFA3A-85F7-4B33-AD7C-10E1CC22281F}"/>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1" name="">
            <a:extLst xmlns:a="http://schemas.openxmlformats.org/drawingml/2006/main">
              <a:ext uri="{FF2B5EF4-FFF2-40B4-BE49-F238E27FC236}">
                <a16:creationId xmlns:a16="http://schemas.microsoft.com/office/drawing/2014/main" id="{4A916DA4-2750-49DB-8DCF-D5C3A948238C}"/>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2" name="">
            <a:extLst xmlns:a="http://schemas.openxmlformats.org/drawingml/2006/main">
              <a:ext uri="{FF2B5EF4-FFF2-40B4-BE49-F238E27FC236}">
                <a16:creationId xmlns:a16="http://schemas.microsoft.com/office/drawing/2014/main" id="{C428EB78-2E2F-4A71-8942-305D969F19F8}"/>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510C95-4899-4802-9003-E011279EB2C6}"/>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4" name="">
            <a:extLst xmlns:a="http://schemas.openxmlformats.org/drawingml/2006/main">
              <a:ext uri="{FF2B5EF4-FFF2-40B4-BE49-F238E27FC236}">
                <a16:creationId xmlns:a16="http://schemas.microsoft.com/office/drawing/2014/main" id="{AC94734E-C41D-468E-94B5-0D6204321423}"/>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5" name="">
            <a:extLst xmlns:a="http://schemas.openxmlformats.org/drawingml/2006/main">
              <a:ext uri="{FF2B5EF4-FFF2-40B4-BE49-F238E27FC236}">
                <a16:creationId xmlns:a16="http://schemas.microsoft.com/office/drawing/2014/main" id="{768B14E9-6153-427A-BEE4-CD0D53C465D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1769241961"/>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1D40C6-DFEF-4772-9F6C-9180A320921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2" name="">
            <a:extLst xmlns:a="http://schemas.openxmlformats.org/drawingml/2006/main">
              <a:ext uri="{FF2B5EF4-FFF2-40B4-BE49-F238E27FC236}">
                <a16:creationId xmlns:a16="http://schemas.microsoft.com/office/drawing/2014/main" id="{D7D96A35-4E46-4CFC-95EC-4718B6F4D21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E6D119F2-738F-4AA2-B6CD-5995779E133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40</a:t>
            </a:r>
          </a:p>
        </p:txBody>
      </p:sp>
      <p:graphicFrame>
        <p:nvGraphicFramePr>
          <p:cNvPr id="9"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A09D564A-919D-43AC-9896-B1FBBE50AC3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1080563820"/>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F16E1B6-EBDC-4947-A9C2-B450754AE30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2" name="">
            <a:extLst xmlns:a="http://schemas.openxmlformats.org/drawingml/2006/main">
              <a:ext uri="{FF2B5EF4-FFF2-40B4-BE49-F238E27FC236}">
                <a16:creationId xmlns:a16="http://schemas.microsoft.com/office/drawing/2014/main" id="{1679B64F-0651-438E-B4D5-8E43783FBE5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6888949A-8ECE-42F8-AAFE-64EE21A01E7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40</a:t>
            </a:r>
          </a:p>
        </p:txBody>
      </p:sp>
      <p:sp>
        <p:nvSpPr>
          <p:cNvPr id="4" name="">
            <a:extLst xmlns:a="http://schemas.openxmlformats.org/drawingml/2006/main">
              <a:ext uri="{FF2B5EF4-FFF2-40B4-BE49-F238E27FC236}">
                <a16:creationId xmlns:a16="http://schemas.microsoft.com/office/drawing/2014/main" id="{49A61D15-AC03-4702-94EB-C04C6D051220}"/>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5" name="">
            <a:extLst xmlns:a="http://schemas.openxmlformats.org/drawingml/2006/main">
              <a:ext uri="{FF2B5EF4-FFF2-40B4-BE49-F238E27FC236}">
                <a16:creationId xmlns:a16="http://schemas.microsoft.com/office/drawing/2014/main" id="{9D0222E2-9BC4-453F-ACDA-611C1585D288}"/>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DC32575-CC3A-4E50-A78D-95A24ECD627D}"/>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7" name="">
            <a:extLst xmlns:a="http://schemas.openxmlformats.org/drawingml/2006/main">
              <a:ext uri="{FF2B5EF4-FFF2-40B4-BE49-F238E27FC236}">
                <a16:creationId xmlns:a16="http://schemas.microsoft.com/office/drawing/2014/main" id="{15B0AD06-944E-4A6F-96C2-4B8589D7862B}"/>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8" name="">
            <a:extLst xmlns:a="http://schemas.openxmlformats.org/drawingml/2006/main">
              <a:ext uri="{FF2B5EF4-FFF2-40B4-BE49-F238E27FC236}">
                <a16:creationId xmlns:a16="http://schemas.microsoft.com/office/drawing/2014/main" id="{9660464A-6078-48AA-9717-BC4E5853B7D3}"/>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E6C205-550C-46B9-BE89-29E8EC07BA02}"/>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2E55C6D-F9DC-428C-BECF-122ED64E8999}"/>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1" name="">
            <a:extLst xmlns:a="http://schemas.openxmlformats.org/drawingml/2006/main">
              <a:ext uri="{FF2B5EF4-FFF2-40B4-BE49-F238E27FC236}">
                <a16:creationId xmlns:a16="http://schemas.microsoft.com/office/drawing/2014/main" id="{61D5F932-F4D4-4876-8D97-5113B196C1A4}"/>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2" name="">
            <a:extLst xmlns:a="http://schemas.openxmlformats.org/drawingml/2006/main">
              <a:ext uri="{FF2B5EF4-FFF2-40B4-BE49-F238E27FC236}">
                <a16:creationId xmlns:a16="http://schemas.microsoft.com/office/drawing/2014/main" id="{E08C8A67-31C5-4889-94BB-3296B55490CF}"/>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52E5AA-4CAE-4B5C-ADF3-E99C24770384}"/>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403690-D5F3-4538-AC63-19BA793342D2}"/>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5" name="">
            <a:extLst xmlns:a="http://schemas.openxmlformats.org/drawingml/2006/main">
              <a:ext uri="{FF2B5EF4-FFF2-40B4-BE49-F238E27FC236}">
                <a16:creationId xmlns:a16="http://schemas.microsoft.com/office/drawing/2014/main" id="{7A0EFEF6-5D2D-4981-A070-47A449BD24AF}"/>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6" name="">
            <a:extLst xmlns:a="http://schemas.openxmlformats.org/drawingml/2006/main">
              <a:ext uri="{FF2B5EF4-FFF2-40B4-BE49-F238E27FC236}">
                <a16:creationId xmlns:a16="http://schemas.microsoft.com/office/drawing/2014/main" id="{22053139-AA1B-4E55-8D1C-05EE49F9A8E0}"/>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7" name="">
            <a:extLst xmlns:a="http://schemas.openxmlformats.org/drawingml/2006/main">
              <a:ext uri="{FF2B5EF4-FFF2-40B4-BE49-F238E27FC236}">
                <a16:creationId xmlns:a16="http://schemas.microsoft.com/office/drawing/2014/main" id="{5B5E65D6-2F97-426D-919D-C0435F4C8445}"/>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8" name="">
            <a:extLst xmlns:a="http://schemas.openxmlformats.org/drawingml/2006/main">
              <a:ext uri="{FF2B5EF4-FFF2-40B4-BE49-F238E27FC236}">
                <a16:creationId xmlns:a16="http://schemas.microsoft.com/office/drawing/2014/main" id="{EA83BB7B-967A-49CC-A77F-400B37C705A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1821475978"/>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A14C55-36B6-434D-8541-738F966861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2" name="">
            <a:extLst xmlns:a="http://schemas.openxmlformats.org/drawingml/2006/main">
              <a:ext uri="{FF2B5EF4-FFF2-40B4-BE49-F238E27FC236}">
                <a16:creationId xmlns:a16="http://schemas.microsoft.com/office/drawing/2014/main" id="{880EA4E7-D172-4940-B9C7-F33A7B96727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570CB5DE-79F8-4F6F-B44A-383BD059D32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40</a:t>
            </a:r>
          </a:p>
        </p:txBody>
      </p:sp>
      <p:graphicFrame>
        <p:nvGraphicFramePr>
          <p:cNvPr id="12"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9ac23f181fc54bc0"/>
          </a:graphicData>
        </a:graphic>
      </p:graphicFrame>
      <p:sp>
        <p:nvSpPr>
          <p:cNvPr id="5" name="">
            <a:extLst xmlns:a="http://schemas.openxmlformats.org/drawingml/2006/main">
              <a:ext uri="{FF2B5EF4-FFF2-40B4-BE49-F238E27FC236}">
                <a16:creationId xmlns:a16="http://schemas.microsoft.com/office/drawing/2014/main" id="{22CA8A5D-7309-4A5C-8F66-165C955051C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6" name="">
            <a:extLst xmlns:a="http://schemas.openxmlformats.org/drawingml/2006/main">
              <a:ext uri="{FF2B5EF4-FFF2-40B4-BE49-F238E27FC236}">
                <a16:creationId xmlns:a16="http://schemas.microsoft.com/office/drawing/2014/main" id="{829C7C30-1248-4967-8DBB-07F33C6CE91C}"/>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7" name="">
            <a:extLst xmlns:a="http://schemas.openxmlformats.org/drawingml/2006/main">
              <a:ext uri="{FF2B5EF4-FFF2-40B4-BE49-F238E27FC236}">
                <a16:creationId xmlns:a16="http://schemas.microsoft.com/office/drawing/2014/main" id="{B0F06AFC-3ECD-496F-9A7D-5D8867DBDA6D}"/>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8" name="">
            <a:extLst xmlns:a="http://schemas.openxmlformats.org/drawingml/2006/main">
              <a:ext uri="{FF2B5EF4-FFF2-40B4-BE49-F238E27FC236}">
                <a16:creationId xmlns:a16="http://schemas.microsoft.com/office/drawing/2014/main" id="{70FE379C-4B25-45AC-93C5-9B99111D306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378602901"/>
      </p:ext>
    </p:extLst>
  </p:cSld>
</p:sld>
</file>

<file path=ppt/slides/slide17.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3CDE41B-6DE1-4244-A51D-A5455F8C498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2" name="">
            <a:extLst xmlns:a="http://schemas.openxmlformats.org/drawingml/2006/main">
              <a:ext uri="{FF2B5EF4-FFF2-40B4-BE49-F238E27FC236}">
                <a16:creationId xmlns:a16="http://schemas.microsoft.com/office/drawing/2014/main" id="{B36E2D5C-9381-4C08-A5B9-5B3D427436B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E477397D-CA2E-4CAE-B8D7-C236B35CF1C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17 / 40</a:t>
            </a:r>
          </a:p>
        </p:txBody>
      </p:sp>
      <p:sp>
        <p:nvSpPr>
          <p:cNvPr id="4" name="">
            <a:extLst xmlns:a="http://schemas.openxmlformats.org/drawingml/2006/main">
              <a:ext uri="{FF2B5EF4-FFF2-40B4-BE49-F238E27FC236}">
                <a16:creationId xmlns:a16="http://schemas.microsoft.com/office/drawing/2014/main" id="{3414CC6D-DC8B-47DC-A086-19D2F453AAE1}"/>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4BD51C-0BE0-47C8-BA20-AC5E3559C807}"/>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6" name="">
            <a:extLst xmlns:a="http://schemas.openxmlformats.org/drawingml/2006/main">
              <a:ext uri="{FF2B5EF4-FFF2-40B4-BE49-F238E27FC236}">
                <a16:creationId xmlns:a16="http://schemas.microsoft.com/office/drawing/2014/main" id="{B5AE0CE0-4EBB-40AC-BEE9-018CFBA0619F}"/>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7" name="">
            <a:extLst xmlns:a="http://schemas.openxmlformats.org/drawingml/2006/main">
              <a:ext uri="{FF2B5EF4-FFF2-40B4-BE49-F238E27FC236}">
                <a16:creationId xmlns:a16="http://schemas.microsoft.com/office/drawing/2014/main" id="{55B99B18-E49E-4224-98EC-DECABF2B31B0}"/>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EEA989-5471-44A3-9F4C-CED9CDC3E1E6}"/>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0D87A4-23B4-4F61-8833-BDB03922B04E}"/>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0" name="">
            <a:extLst xmlns:a="http://schemas.openxmlformats.org/drawingml/2006/main">
              <a:ext uri="{FF2B5EF4-FFF2-40B4-BE49-F238E27FC236}">
                <a16:creationId xmlns:a16="http://schemas.microsoft.com/office/drawing/2014/main" id="{EF996D13-FA75-4758-8E21-35EB78E78151}"/>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1" name="">
            <a:extLst xmlns:a="http://schemas.openxmlformats.org/drawingml/2006/main">
              <a:ext uri="{FF2B5EF4-FFF2-40B4-BE49-F238E27FC236}">
                <a16:creationId xmlns:a16="http://schemas.microsoft.com/office/drawing/2014/main" id="{1CD1C7EE-DAD4-403D-985D-694739179784}"/>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A02406-53BC-45E1-BC0D-3E4062313051}"/>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9FDB3E7-679C-48E9-859E-1559CB1F02CF}"/>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4" name="">
            <a:extLst xmlns:a="http://schemas.openxmlformats.org/drawingml/2006/main">
              <a:ext uri="{FF2B5EF4-FFF2-40B4-BE49-F238E27FC236}">
                <a16:creationId xmlns:a16="http://schemas.microsoft.com/office/drawing/2014/main" id="{B8A14E1E-DD2C-49FA-96BF-DBDBA8342E8A}"/>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5" name="">
            <a:extLst xmlns:a="http://schemas.openxmlformats.org/drawingml/2006/main">
              <a:ext uri="{FF2B5EF4-FFF2-40B4-BE49-F238E27FC236}">
                <a16:creationId xmlns:a16="http://schemas.microsoft.com/office/drawing/2014/main" id="{89B5187D-A1FE-4DEF-9017-FAB5C8EB6734}"/>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AB2FD1-8000-42A3-BAD3-D319605E0BF5}"/>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B34854-478E-4E66-9716-304063498A19}"/>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8" name="">
            <a:extLst xmlns:a="http://schemas.openxmlformats.org/drawingml/2006/main">
              <a:ext uri="{FF2B5EF4-FFF2-40B4-BE49-F238E27FC236}">
                <a16:creationId xmlns:a16="http://schemas.microsoft.com/office/drawing/2014/main" id="{1E35DC0F-284D-4F70-8A6E-8EF3D3727DEA}"/>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19" name="">
            <a:extLst xmlns:a="http://schemas.openxmlformats.org/drawingml/2006/main">
              <a:ext uri="{FF2B5EF4-FFF2-40B4-BE49-F238E27FC236}">
                <a16:creationId xmlns:a16="http://schemas.microsoft.com/office/drawing/2014/main" id="{D72E622A-CDA9-4E86-AA39-8DDBB92F7384}"/>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0" name="">
            <a:extLst xmlns:a="http://schemas.openxmlformats.org/drawingml/2006/main">
              <a:ext uri="{FF2B5EF4-FFF2-40B4-BE49-F238E27FC236}">
                <a16:creationId xmlns:a16="http://schemas.microsoft.com/office/drawing/2014/main" id="{11735974-1EE1-4BE5-9277-388C81F2B483}"/>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1" name="">
            <a:extLst xmlns:a="http://schemas.openxmlformats.org/drawingml/2006/main">
              <a:ext uri="{FF2B5EF4-FFF2-40B4-BE49-F238E27FC236}">
                <a16:creationId xmlns:a16="http://schemas.microsoft.com/office/drawing/2014/main" id="{DBC3DFC1-0759-4B54-B319-4EC317BDF8D0}"/>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2" name="">
            <a:extLst xmlns:a="http://schemas.openxmlformats.org/drawingml/2006/main">
              <a:ext uri="{FF2B5EF4-FFF2-40B4-BE49-F238E27FC236}">
                <a16:creationId xmlns:a16="http://schemas.microsoft.com/office/drawing/2014/main" id="{2DB2F7B9-6524-4ABA-B350-0C370E38D526}"/>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3" name="">
            <a:extLst xmlns:a="http://schemas.openxmlformats.org/drawingml/2006/main">
              <a:ext uri="{FF2B5EF4-FFF2-40B4-BE49-F238E27FC236}">
                <a16:creationId xmlns:a16="http://schemas.microsoft.com/office/drawing/2014/main" id="{12FF4460-0A9D-499F-A63A-3DBF8AE9157D}"/>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4" name="">
            <a:extLst xmlns:a="http://schemas.openxmlformats.org/drawingml/2006/main">
              <a:ext uri="{FF2B5EF4-FFF2-40B4-BE49-F238E27FC236}">
                <a16:creationId xmlns:a16="http://schemas.microsoft.com/office/drawing/2014/main" id="{0569BAA4-B8BB-47FA-AB2F-F912D6B9F438}"/>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5" name="">
            <a:extLst xmlns:a="http://schemas.openxmlformats.org/drawingml/2006/main">
              <a:ext uri="{FF2B5EF4-FFF2-40B4-BE49-F238E27FC236}">
                <a16:creationId xmlns:a16="http://schemas.microsoft.com/office/drawing/2014/main" id="{DBF2D077-07B6-41F1-9CCC-CF38E4EB515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593041426"/>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2B7FAC-E0BC-47A8-A75D-0D447B8582F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2" name="">
            <a:extLst xmlns:a="http://schemas.openxmlformats.org/drawingml/2006/main">
              <a:ext uri="{FF2B5EF4-FFF2-40B4-BE49-F238E27FC236}">
                <a16:creationId xmlns:a16="http://schemas.microsoft.com/office/drawing/2014/main" id="{142C1A3D-697A-4A37-95F2-889FA79BE9D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8D2C51E8-D854-4768-8F85-CF9D86454C5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40</a:t>
            </a:r>
          </a:p>
        </p:txBody>
      </p:sp>
      <p:sp>
        <p:nvSpPr>
          <p:cNvPr id="4" name="">
            <a:extLst xmlns:a="http://schemas.openxmlformats.org/drawingml/2006/main">
              <a:ext uri="{FF2B5EF4-FFF2-40B4-BE49-F238E27FC236}">
                <a16:creationId xmlns:a16="http://schemas.microsoft.com/office/drawing/2014/main" id="{D4740E60-F7CD-4B28-80F1-8BBFC4CC96B5}"/>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5" name="">
            <a:extLst xmlns:a="http://schemas.openxmlformats.org/drawingml/2006/main">
              <a:ext uri="{FF2B5EF4-FFF2-40B4-BE49-F238E27FC236}">
                <a16:creationId xmlns:a16="http://schemas.microsoft.com/office/drawing/2014/main" id="{12007F6A-901E-48E6-B5EF-EA4648B400B8}"/>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2990A96-4F79-44FC-91D4-6DFDFA6FE0FF}"/>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7" name="">
            <a:extLst xmlns:a="http://schemas.openxmlformats.org/drawingml/2006/main">
              <a:ext uri="{FF2B5EF4-FFF2-40B4-BE49-F238E27FC236}">
                <a16:creationId xmlns:a16="http://schemas.microsoft.com/office/drawing/2014/main" id="{3E46756E-67EC-4485-8764-9E3033A5A9AA}"/>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8" name="">
            <a:extLst xmlns:a="http://schemas.openxmlformats.org/drawingml/2006/main">
              <a:ext uri="{FF2B5EF4-FFF2-40B4-BE49-F238E27FC236}">
                <a16:creationId xmlns:a16="http://schemas.microsoft.com/office/drawing/2014/main" id="{28F6F93B-1D44-4B5C-8F84-6239454C3D4D}"/>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77F7EC-48BA-4CE5-AB96-A1AA4A06AEC4}"/>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0" name="">
            <a:extLst xmlns:a="http://schemas.openxmlformats.org/drawingml/2006/main">
              <a:ext uri="{FF2B5EF4-FFF2-40B4-BE49-F238E27FC236}">
                <a16:creationId xmlns:a16="http://schemas.microsoft.com/office/drawing/2014/main" id="{11A453CE-9F95-43C1-9B79-ECA206D1013C}"/>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BC561B-802B-4D06-86B7-6E830F40779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1553295963"/>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7413A4-8D0E-43B4-9037-B42FE54F21D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2" name="">
            <a:extLst xmlns:a="http://schemas.openxmlformats.org/drawingml/2006/main">
              <a:ext uri="{FF2B5EF4-FFF2-40B4-BE49-F238E27FC236}">
                <a16:creationId xmlns:a16="http://schemas.microsoft.com/office/drawing/2014/main" id="{535DDFEA-F25F-416E-BBE1-11F2C69D329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5A1DE746-5263-4C49-9967-993D028ACB6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40</a:t>
            </a:r>
          </a:p>
        </p:txBody>
      </p:sp>
      <p:graphicFrame>
        <p:nvGraphicFramePr>
          <p:cNvPr id="9"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1976794-2688-457A-A695-4D044F7580ED}"/>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669416368"/>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DF0F18-F8A3-43AF-8516-68AB72380CC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2" name="">
            <a:extLst xmlns:a="http://schemas.openxmlformats.org/drawingml/2006/main">
              <a:ext uri="{FF2B5EF4-FFF2-40B4-BE49-F238E27FC236}">
                <a16:creationId xmlns:a16="http://schemas.microsoft.com/office/drawing/2014/main" id="{1A3CEE19-9D73-4E2E-90F4-43FF5E87671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716BF1E1-EE5F-4B5E-BF3E-4D2AA17025A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40</a:t>
            </a:r>
          </a:p>
        </p:txBody>
      </p:sp>
      <p:sp>
        <p:nvSpPr>
          <p:cNvPr id="4" name="">
            <a:extLst xmlns:a="http://schemas.openxmlformats.org/drawingml/2006/main">
              <a:ext uri="{FF2B5EF4-FFF2-40B4-BE49-F238E27FC236}">
                <a16:creationId xmlns:a16="http://schemas.microsoft.com/office/drawing/2014/main" id="{1366BD52-1A2A-4EC1-9AF0-DFAA3744214A}"/>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4621F5-64D1-457E-B8AB-1D9AFE5A634E}"/>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6" name="">
            <a:extLst xmlns:a="http://schemas.openxmlformats.org/drawingml/2006/main">
              <a:ext uri="{FF2B5EF4-FFF2-40B4-BE49-F238E27FC236}">
                <a16:creationId xmlns:a16="http://schemas.microsoft.com/office/drawing/2014/main" id="{40DC0863-146C-4C1B-97E5-D8592A9C6BD4}"/>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7" name="">
            <a:extLst xmlns:a="http://schemas.openxmlformats.org/drawingml/2006/main">
              <a:ext uri="{FF2B5EF4-FFF2-40B4-BE49-F238E27FC236}">
                <a16:creationId xmlns:a16="http://schemas.microsoft.com/office/drawing/2014/main" id="{57C44D27-33A9-430C-9BDF-1CE27E64F913}"/>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BB23C7-6CBD-4D1B-8E9D-FF29D34CC0FE}"/>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9" name="">
            <a:extLst xmlns:a="http://schemas.openxmlformats.org/drawingml/2006/main">
              <a:ext uri="{FF2B5EF4-FFF2-40B4-BE49-F238E27FC236}">
                <a16:creationId xmlns:a16="http://schemas.microsoft.com/office/drawing/2014/main" id="{BB548CCE-5601-4121-94B0-F67F823BEB32}"/>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0" name="">
            <a:extLst xmlns:a="http://schemas.openxmlformats.org/drawingml/2006/main">
              <a:ext uri="{FF2B5EF4-FFF2-40B4-BE49-F238E27FC236}">
                <a16:creationId xmlns:a16="http://schemas.microsoft.com/office/drawing/2014/main" id="{2F841FB7-A535-4B5F-AA36-3296F83ADF51}"/>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D12EC2-694F-4060-8A2A-D55D1119A207}"/>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1C6903-87BD-4839-B88C-D27F269FD246}"/>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CCC1DE-570B-4BAF-8EC4-EF4961D30008}"/>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4" name="">
            <a:extLst xmlns:a="http://schemas.openxmlformats.org/drawingml/2006/main">
              <a:ext uri="{FF2B5EF4-FFF2-40B4-BE49-F238E27FC236}">
                <a16:creationId xmlns:a16="http://schemas.microsoft.com/office/drawing/2014/main" id="{4D4591CF-4C83-4689-89CD-5CF386199DEE}"/>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5" name="">
            <a:extLst xmlns:a="http://schemas.openxmlformats.org/drawingml/2006/main">
              <a:ext uri="{FF2B5EF4-FFF2-40B4-BE49-F238E27FC236}">
                <a16:creationId xmlns:a16="http://schemas.microsoft.com/office/drawing/2014/main" id="{3372DC0B-C874-490C-9F9B-C25287E61607}"/>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4C37B1E-BCCB-4114-AB41-794E49A8F74F}"/>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7" name="">
            <a:extLst xmlns:a="http://schemas.openxmlformats.org/drawingml/2006/main">
              <a:ext uri="{FF2B5EF4-FFF2-40B4-BE49-F238E27FC236}">
                <a16:creationId xmlns:a16="http://schemas.microsoft.com/office/drawing/2014/main" id="{57FEEDCA-EBA4-4AD9-A973-CFEF83AD8602}"/>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8" name="">
            <a:extLst xmlns:a="http://schemas.openxmlformats.org/drawingml/2006/main">
              <a:ext uri="{FF2B5EF4-FFF2-40B4-BE49-F238E27FC236}">
                <a16:creationId xmlns:a16="http://schemas.microsoft.com/office/drawing/2014/main" id="{53922AF4-687E-4F5E-A9AE-BFEE7E2FEAE9}"/>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131914D-429B-4C9F-8915-9FA4F9C65754}"/>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0" name="">
            <a:extLst xmlns:a="http://schemas.openxmlformats.org/drawingml/2006/main">
              <a:ext uri="{FF2B5EF4-FFF2-40B4-BE49-F238E27FC236}">
                <a16:creationId xmlns:a16="http://schemas.microsoft.com/office/drawing/2014/main" id="{19DE170F-FC51-4F0D-B3F7-78780AFACF98}"/>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1" name="">
            <a:extLst xmlns:a="http://schemas.openxmlformats.org/drawingml/2006/main">
              <a:ext uri="{FF2B5EF4-FFF2-40B4-BE49-F238E27FC236}">
                <a16:creationId xmlns:a16="http://schemas.microsoft.com/office/drawing/2014/main" id="{7113B243-6BEC-4B67-8502-FDC4FCD1806B}"/>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E372E9B-228F-4151-8698-D70F5A09050E}"/>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2B203A-AAF3-49DB-96FA-5A1FB43254AB}"/>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4" name="">
            <a:extLst xmlns:a="http://schemas.openxmlformats.org/drawingml/2006/main">
              <a:ext uri="{FF2B5EF4-FFF2-40B4-BE49-F238E27FC236}">
                <a16:creationId xmlns:a16="http://schemas.microsoft.com/office/drawing/2014/main" id="{932B6D0F-3856-4475-99E8-500C8FE2B0E7}"/>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5" name="">
            <a:extLst xmlns:a="http://schemas.openxmlformats.org/drawingml/2006/main">
              <a:ext uri="{FF2B5EF4-FFF2-40B4-BE49-F238E27FC236}">
                <a16:creationId xmlns:a16="http://schemas.microsoft.com/office/drawing/2014/main" id="{B656A5CA-C2D3-4EB1-8515-7F13A3B261E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539461302"/>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F735A3-E744-464F-ABD8-773EB60BDFE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2" name="">
            <a:extLst xmlns:a="http://schemas.openxmlformats.org/drawingml/2006/main">
              <a:ext uri="{FF2B5EF4-FFF2-40B4-BE49-F238E27FC236}">
                <a16:creationId xmlns:a16="http://schemas.microsoft.com/office/drawing/2014/main" id="{39D51795-61A1-4C23-9EC1-0951D3704AAD}"/>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4EF5D0B8-1C63-4ADF-96D8-7FF451207E7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40</a:t>
            </a:r>
          </a:p>
        </p:txBody>
      </p:sp>
      <p:graphicFrame>
        <p:nvGraphicFramePr>
          <p:cNvPr id="9"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539028C4-8716-4592-8E21-AAF0DFE3DB9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675858782"/>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AAE57C-535B-43E3-BF22-ABD01744295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2" name="">
            <a:extLst xmlns:a="http://schemas.openxmlformats.org/drawingml/2006/main">
              <a:ext uri="{FF2B5EF4-FFF2-40B4-BE49-F238E27FC236}">
                <a16:creationId xmlns:a16="http://schemas.microsoft.com/office/drawing/2014/main" id="{5C4E0AF7-9119-4193-A0E2-BA63365FA48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59E71D73-739B-48B9-9D5E-11955B4D00A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40</a:t>
            </a:r>
          </a:p>
        </p:txBody>
      </p:sp>
      <p:sp>
        <p:nvSpPr>
          <p:cNvPr id="4" name="">
            <a:extLst xmlns:a="http://schemas.openxmlformats.org/drawingml/2006/main">
              <a:ext uri="{FF2B5EF4-FFF2-40B4-BE49-F238E27FC236}">
                <a16:creationId xmlns:a16="http://schemas.microsoft.com/office/drawing/2014/main" id="{4816A571-9CC8-424E-8D7F-658BF17F7C04}"/>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5" name="">
            <a:extLst xmlns:a="http://schemas.openxmlformats.org/drawingml/2006/main">
              <a:ext uri="{FF2B5EF4-FFF2-40B4-BE49-F238E27FC236}">
                <a16:creationId xmlns:a16="http://schemas.microsoft.com/office/drawing/2014/main" id="{4B1855DB-8E6A-4BE4-A602-9F8D3D252ACC}"/>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443DA1-5B18-44FE-907C-E1D048474BA8}"/>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7" name="">
            <a:extLst xmlns:a="http://schemas.openxmlformats.org/drawingml/2006/main">
              <a:ext uri="{FF2B5EF4-FFF2-40B4-BE49-F238E27FC236}">
                <a16:creationId xmlns:a16="http://schemas.microsoft.com/office/drawing/2014/main" id="{6994E9A8-DF92-4D8A-AD6C-17284245C144}"/>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8" name="">
            <a:extLst xmlns:a="http://schemas.openxmlformats.org/drawingml/2006/main">
              <a:ext uri="{FF2B5EF4-FFF2-40B4-BE49-F238E27FC236}">
                <a16:creationId xmlns:a16="http://schemas.microsoft.com/office/drawing/2014/main" id="{0C307762-9578-487F-A7EA-0DE3756C0B9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D5D1FA-35AF-457D-9C6A-2D548B38821E}"/>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0" name="">
            <a:extLst xmlns:a="http://schemas.openxmlformats.org/drawingml/2006/main">
              <a:ext uri="{FF2B5EF4-FFF2-40B4-BE49-F238E27FC236}">
                <a16:creationId xmlns:a16="http://schemas.microsoft.com/office/drawing/2014/main" id="{D83C901A-89F5-4031-AA5E-045CF5F4064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1478916767"/>
      </p:ext>
    </p:extLst>
  </p:cSld>
</p:sld>
</file>

<file path=ppt/slides/slide2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713592-F1C9-4965-853D-C4EF28C393F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2" name="">
            <a:extLst xmlns:a="http://schemas.openxmlformats.org/drawingml/2006/main">
              <a:ext uri="{FF2B5EF4-FFF2-40B4-BE49-F238E27FC236}">
                <a16:creationId xmlns:a16="http://schemas.microsoft.com/office/drawing/2014/main" id="{499EBF76-8E7A-48D7-A39D-7E77A069B51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92F76D8C-037E-4966-8920-AE8BE8B7D14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23 / 40</a:t>
            </a:r>
          </a:p>
        </p:txBody>
      </p:sp>
      <p:sp>
        <p:nvSpPr>
          <p:cNvPr id="4" name="">
            <a:extLst xmlns:a="http://schemas.openxmlformats.org/drawingml/2006/main">
              <a:ext uri="{FF2B5EF4-FFF2-40B4-BE49-F238E27FC236}">
                <a16:creationId xmlns:a16="http://schemas.microsoft.com/office/drawing/2014/main" id="{66FE6414-33AF-4381-A1E0-E50F3BDFF7BB}"/>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5" name="">
            <a:extLst xmlns:a="http://schemas.openxmlformats.org/drawingml/2006/main">
              <a:ext uri="{FF2B5EF4-FFF2-40B4-BE49-F238E27FC236}">
                <a16:creationId xmlns:a16="http://schemas.microsoft.com/office/drawing/2014/main" id="{BB364F3D-D2DF-44F8-AD09-20859D186522}"/>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59BC4E-DC42-44BA-8F49-EA591D3442A3}"/>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7" name="">
            <a:extLst xmlns:a="http://schemas.openxmlformats.org/drawingml/2006/main">
              <a:ext uri="{FF2B5EF4-FFF2-40B4-BE49-F238E27FC236}">
                <a16:creationId xmlns:a16="http://schemas.microsoft.com/office/drawing/2014/main" id="{B02153D2-DA74-4BD2-9947-841B9C5204F8}"/>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8" name="">
            <a:extLst xmlns:a="http://schemas.openxmlformats.org/drawingml/2006/main">
              <a:ext uri="{FF2B5EF4-FFF2-40B4-BE49-F238E27FC236}">
                <a16:creationId xmlns:a16="http://schemas.microsoft.com/office/drawing/2014/main" id="{D2A3BCC4-615F-42E0-8301-E7E7DE1A7A53}"/>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18F4B20-1D24-4D93-A962-44357BE62039}"/>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0" name="">
            <a:extLst xmlns:a="http://schemas.openxmlformats.org/drawingml/2006/main">
              <a:ext uri="{FF2B5EF4-FFF2-40B4-BE49-F238E27FC236}">
                <a16:creationId xmlns:a16="http://schemas.microsoft.com/office/drawing/2014/main" id="{D2929C89-3E3B-4077-AA46-ABABB09CE9D4}"/>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572F9D-1F1B-4800-A24E-C8C55564EF4B}"/>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2" name="">
            <a:extLst xmlns:a="http://schemas.openxmlformats.org/drawingml/2006/main">
              <a:ext uri="{FF2B5EF4-FFF2-40B4-BE49-F238E27FC236}">
                <a16:creationId xmlns:a16="http://schemas.microsoft.com/office/drawing/2014/main" id="{5130B7CF-8FBF-4EDA-8419-F7B012D810D7}"/>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3" name="">
            <a:extLst xmlns:a="http://schemas.openxmlformats.org/drawingml/2006/main">
              <a:ext uri="{FF2B5EF4-FFF2-40B4-BE49-F238E27FC236}">
                <a16:creationId xmlns:a16="http://schemas.microsoft.com/office/drawing/2014/main" id="{5F54161C-2DAE-49C1-A263-848535526ED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239973884"/>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8770AEF-1E08-4D3D-B1FA-BF48DAFACC3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2" name="">
            <a:extLst xmlns:a="http://schemas.openxmlformats.org/drawingml/2006/main">
              <a:ext uri="{FF2B5EF4-FFF2-40B4-BE49-F238E27FC236}">
                <a16:creationId xmlns:a16="http://schemas.microsoft.com/office/drawing/2014/main" id="{364C0A42-3F10-4FCD-B9E3-2E37A1DF8DA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49C07766-41F0-4487-BCED-0E75FF81A5E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40</a:t>
            </a:r>
          </a:p>
        </p:txBody>
      </p:sp>
      <p:sp>
        <p:nvSpPr>
          <p:cNvPr id="4" name="">
            <a:extLst xmlns:a="http://schemas.openxmlformats.org/drawingml/2006/main">
              <a:ext uri="{FF2B5EF4-FFF2-40B4-BE49-F238E27FC236}">
                <a16:creationId xmlns:a16="http://schemas.microsoft.com/office/drawing/2014/main" id="{697ECF07-E860-4C7B-B7AE-A7F7BA71CB5B}"/>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D0388B-C866-4FD6-B7BC-C6C3087B5901}"/>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6" name="">
            <a:extLst xmlns:a="http://schemas.openxmlformats.org/drawingml/2006/main">
              <a:ext uri="{FF2B5EF4-FFF2-40B4-BE49-F238E27FC236}">
                <a16:creationId xmlns:a16="http://schemas.microsoft.com/office/drawing/2014/main" id="{9FFC6B9C-A8E1-4E0A-BE6B-66E8953964C2}"/>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7" name="">
            <a:extLst xmlns:a="http://schemas.openxmlformats.org/drawingml/2006/main">
              <a:ext uri="{FF2B5EF4-FFF2-40B4-BE49-F238E27FC236}">
                <a16:creationId xmlns:a16="http://schemas.microsoft.com/office/drawing/2014/main" id="{AADA0004-D489-4821-9C0A-15239280B3F3}"/>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A3D1D7-C3B7-4285-B30F-C1948A543024}"/>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9" name="">
            <a:extLst xmlns:a="http://schemas.openxmlformats.org/drawingml/2006/main">
              <a:ext uri="{FF2B5EF4-FFF2-40B4-BE49-F238E27FC236}">
                <a16:creationId xmlns:a16="http://schemas.microsoft.com/office/drawing/2014/main" id="{22824D8C-DD67-48EE-812B-2F3EC2F2564A}"/>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0" name="">
            <a:extLst xmlns:a="http://schemas.openxmlformats.org/drawingml/2006/main">
              <a:ext uri="{FF2B5EF4-FFF2-40B4-BE49-F238E27FC236}">
                <a16:creationId xmlns:a16="http://schemas.microsoft.com/office/drawing/2014/main" id="{6608A8F2-E05E-4B2C-A2BA-112DBE679F69}"/>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098FF1-1F7B-4B23-8324-B37D277A390C}"/>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2" name="">
            <a:extLst xmlns:a="http://schemas.openxmlformats.org/drawingml/2006/main">
              <a:ext uri="{FF2B5EF4-FFF2-40B4-BE49-F238E27FC236}">
                <a16:creationId xmlns:a16="http://schemas.microsoft.com/office/drawing/2014/main" id="{9985F8B0-2E45-4A6D-9CE5-5C19C8D64A5A}"/>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3" name="">
            <a:extLst xmlns:a="http://schemas.openxmlformats.org/drawingml/2006/main">
              <a:ext uri="{FF2B5EF4-FFF2-40B4-BE49-F238E27FC236}">
                <a16:creationId xmlns:a16="http://schemas.microsoft.com/office/drawing/2014/main" id="{162068C6-23ED-422C-A5A0-F7757C791D34}"/>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76A615-EF2F-414D-BB6A-E39B0F14CB66}"/>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1"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6" name="">
            <a:extLst xmlns:a="http://schemas.openxmlformats.org/drawingml/2006/main">
              <a:ext uri="{FF2B5EF4-FFF2-40B4-BE49-F238E27FC236}">
                <a16:creationId xmlns:a16="http://schemas.microsoft.com/office/drawing/2014/main" id="{6F3900C5-8FD8-4D79-926E-A17DAF7A22A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1096263469"/>
      </p:ext>
    </p:extLst>
  </p:cSld>
</p:sld>
</file>

<file path=ppt/slides/slide25.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68CC03-729D-4409-AC2D-26FBE0F03A4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2" name="">
            <a:extLst xmlns:a="http://schemas.openxmlformats.org/drawingml/2006/main">
              <a:ext uri="{FF2B5EF4-FFF2-40B4-BE49-F238E27FC236}">
                <a16:creationId xmlns:a16="http://schemas.microsoft.com/office/drawing/2014/main" id="{21090582-6DF1-4D17-AD66-E4BD6BFCC85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0FFA9D17-90AE-4711-8782-2E34A59E259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25 / 40</a:t>
            </a:r>
          </a:p>
        </p:txBody>
      </p:sp>
      <p:sp>
        <p:nvSpPr>
          <p:cNvPr id="4" name="">
            <a:extLst xmlns:a="http://schemas.openxmlformats.org/drawingml/2006/main">
              <a:ext uri="{FF2B5EF4-FFF2-40B4-BE49-F238E27FC236}">
                <a16:creationId xmlns:a16="http://schemas.microsoft.com/office/drawing/2014/main" id="{3D2D4649-478B-4297-A17B-9E043F952CA6}"/>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5" name="">
            <a:extLst xmlns:a="http://schemas.openxmlformats.org/drawingml/2006/main">
              <a:ext uri="{FF2B5EF4-FFF2-40B4-BE49-F238E27FC236}">
                <a16:creationId xmlns:a16="http://schemas.microsoft.com/office/drawing/2014/main" id="{81F32074-19D6-4BB8-8D55-4EC7705BA99C}"/>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6" name="">
            <a:extLst xmlns:a="http://schemas.openxmlformats.org/drawingml/2006/main">
              <a:ext uri="{FF2B5EF4-FFF2-40B4-BE49-F238E27FC236}">
                <a16:creationId xmlns:a16="http://schemas.microsoft.com/office/drawing/2014/main" id="{A207296F-CDC5-4C25-973A-8A4FBC479049}"/>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7" name="">
            <a:extLst xmlns:a="http://schemas.openxmlformats.org/drawingml/2006/main">
              <a:ext uri="{FF2B5EF4-FFF2-40B4-BE49-F238E27FC236}">
                <a16:creationId xmlns:a16="http://schemas.microsoft.com/office/drawing/2014/main" id="{14D64A15-D9D2-429A-BDBE-B81BEA5EF594}"/>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8" name="">
            <a:extLst xmlns:a="http://schemas.openxmlformats.org/drawingml/2006/main">
              <a:ext uri="{FF2B5EF4-FFF2-40B4-BE49-F238E27FC236}">
                <a16:creationId xmlns:a16="http://schemas.microsoft.com/office/drawing/2014/main" id="{8018C18E-FA7C-45DF-8DE3-57B5540BD24C}"/>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9" name="">
            <a:extLst xmlns:a="http://schemas.openxmlformats.org/drawingml/2006/main">
              <a:ext uri="{FF2B5EF4-FFF2-40B4-BE49-F238E27FC236}">
                <a16:creationId xmlns:a16="http://schemas.microsoft.com/office/drawing/2014/main" id="{A4989B94-0D59-4F67-A543-9E028BA8AD58}"/>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0" name="">
            <a:extLst xmlns:a="http://schemas.openxmlformats.org/drawingml/2006/main">
              <a:ext uri="{FF2B5EF4-FFF2-40B4-BE49-F238E27FC236}">
                <a16:creationId xmlns:a16="http://schemas.microsoft.com/office/drawing/2014/main" id="{A903BF09-869F-4A94-9827-A322A978A796}"/>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1" name="">
            <a:extLst xmlns:a="http://schemas.openxmlformats.org/drawingml/2006/main">
              <a:ext uri="{FF2B5EF4-FFF2-40B4-BE49-F238E27FC236}">
                <a16:creationId xmlns:a16="http://schemas.microsoft.com/office/drawing/2014/main" id="{0060F916-A011-456D-B37D-7416033118A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1196429072"/>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157CF2-620D-4668-8A8A-0B2175F3F3C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2" name="">
            <a:extLst xmlns:a="http://schemas.openxmlformats.org/drawingml/2006/main">
              <a:ext uri="{FF2B5EF4-FFF2-40B4-BE49-F238E27FC236}">
                <a16:creationId xmlns:a16="http://schemas.microsoft.com/office/drawing/2014/main" id="{27F48E83-62DD-4BD7-9AB1-504F3AE7AE8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070DAE29-A681-4A80-89CA-04877A2FEB2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40</a:t>
            </a:r>
          </a:p>
        </p:txBody>
      </p:sp>
      <p:graphicFrame>
        <p:nvGraphicFramePr>
          <p:cNvPr id="11"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0D2A47B9-EA05-4D92-BEA2-41773B44AE23}"/>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6" name="">
            <a:extLst xmlns:a="http://schemas.openxmlformats.org/drawingml/2006/main">
              <a:ext uri="{FF2B5EF4-FFF2-40B4-BE49-F238E27FC236}">
                <a16:creationId xmlns:a16="http://schemas.microsoft.com/office/drawing/2014/main" id="{B57CA102-297C-4D94-9E2F-13237617CAFE}"/>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7" name="">
            <a:extLst xmlns:a="http://schemas.openxmlformats.org/drawingml/2006/main">
              <a:ext uri="{FF2B5EF4-FFF2-40B4-BE49-F238E27FC236}">
                <a16:creationId xmlns:a16="http://schemas.microsoft.com/office/drawing/2014/main" id="{22448A3F-6306-4BE8-86D4-9AB5792A3C4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900067053"/>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DCABD3-BA7B-4433-BFC0-DAA4D9A11E4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2" name="">
            <a:extLst xmlns:a="http://schemas.openxmlformats.org/drawingml/2006/main">
              <a:ext uri="{FF2B5EF4-FFF2-40B4-BE49-F238E27FC236}">
                <a16:creationId xmlns:a16="http://schemas.microsoft.com/office/drawing/2014/main" id="{080BCE76-538B-4025-A71D-7060B217167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C4948B4A-240A-4035-9CB0-B240254B651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40</a:t>
            </a:r>
          </a:p>
        </p:txBody>
      </p:sp>
      <p:sp>
        <p:nvSpPr>
          <p:cNvPr id="4" name="">
            <a:extLst xmlns:a="http://schemas.openxmlformats.org/drawingml/2006/main">
              <a:ext uri="{FF2B5EF4-FFF2-40B4-BE49-F238E27FC236}">
                <a16:creationId xmlns:a16="http://schemas.microsoft.com/office/drawing/2014/main" id="{92A806EB-3C63-4662-ABC5-D0727DB63584}"/>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5" name="">
            <a:extLst xmlns:a="http://schemas.openxmlformats.org/drawingml/2006/main">
              <a:ext uri="{FF2B5EF4-FFF2-40B4-BE49-F238E27FC236}">
                <a16:creationId xmlns:a16="http://schemas.microsoft.com/office/drawing/2014/main" id="{F35D778A-4F6C-421B-802F-53B4760A6ED9}"/>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3"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F34B0E1A-BEC6-463B-8501-CFA60C82BAC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085540588"/>
      </p:ext>
    </p:extLst>
  </p:cSld>
</p:sld>
</file>

<file path=ppt/slides/slide2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791F8A-9EF8-4916-9481-F05828AA439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2" name="">
            <a:extLst xmlns:a="http://schemas.openxmlformats.org/drawingml/2006/main">
              <a:ext uri="{FF2B5EF4-FFF2-40B4-BE49-F238E27FC236}">
                <a16:creationId xmlns:a16="http://schemas.microsoft.com/office/drawing/2014/main" id="{98BBF508-B634-4852-A04D-1F9EF9D6860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FF4F6F35-8CC5-4639-9022-C5028FB3E76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28 /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8abf792a24d404a"/>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03A6AE-1ED7-4243-A2EA-78C026D412FD}"/>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6" name="">
            <a:extLst xmlns:a="http://schemas.openxmlformats.org/drawingml/2006/main">
              <a:ext uri="{FF2B5EF4-FFF2-40B4-BE49-F238E27FC236}">
                <a16:creationId xmlns:a16="http://schemas.microsoft.com/office/drawing/2014/main" id="{6B738762-0638-4DAC-AAA2-45CBDD76742C}"/>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7" name="">
            <a:extLst xmlns:a="http://schemas.openxmlformats.org/drawingml/2006/main">
              <a:ext uri="{FF2B5EF4-FFF2-40B4-BE49-F238E27FC236}">
                <a16:creationId xmlns:a16="http://schemas.microsoft.com/office/drawing/2014/main" id="{AB9D9387-45F0-4CC6-BFDD-FE9F01D0EF71}"/>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8" name="">
            <a:extLst xmlns:a="http://schemas.openxmlformats.org/drawingml/2006/main">
              <a:ext uri="{FF2B5EF4-FFF2-40B4-BE49-F238E27FC236}">
                <a16:creationId xmlns:a16="http://schemas.microsoft.com/office/drawing/2014/main" id="{BE9FDF01-46E4-4C03-BBC9-C6D07F90778B}"/>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9" name="">
            <a:extLst xmlns:a="http://schemas.openxmlformats.org/drawingml/2006/main">
              <a:ext uri="{FF2B5EF4-FFF2-40B4-BE49-F238E27FC236}">
                <a16:creationId xmlns:a16="http://schemas.microsoft.com/office/drawing/2014/main" id="{B85A5E5E-8ED8-4F05-B67B-A291D96A46B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514262110"/>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9A95AF-D316-4D05-938D-EFB95EE1F63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생성 문서의 실행 가이드와 KPI 근거</a:t>
            </a:r>
          </a:p>
        </p:txBody>
      </p:sp>
      <p:sp>
        <p:nvSpPr>
          <p:cNvPr id="2" name="">
            <a:extLst xmlns:a="http://schemas.openxmlformats.org/drawingml/2006/main">
              <a:ext uri="{FF2B5EF4-FFF2-40B4-BE49-F238E27FC236}">
                <a16:creationId xmlns:a16="http://schemas.microsoft.com/office/drawing/2014/main" id="{BB0CCE8B-E8DA-46E1-BCAD-905E1320E99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2928AE2B-06E9-4AA9-8A35-03F06A6EAA3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40</a:t>
            </a:r>
          </a:p>
        </p:txBody>
      </p:sp>
      <p:sp>
        <p:nvSpPr>
          <p:cNvPr id="4" name="">
            <a:extLst xmlns:a="http://schemas.openxmlformats.org/drawingml/2006/main">
              <a:ext uri="{FF2B5EF4-FFF2-40B4-BE49-F238E27FC236}">
                <a16:creationId xmlns:a16="http://schemas.microsoft.com/office/drawing/2014/main" id="{C25E6BB9-F28E-4AD6-B5BC-39E1DA272193}"/>
              </a:ext>
            </a:extLst>
          </p:cNvPr>
          <p:cNvSpPr>
            <a:spLocks xmlns:a="http://schemas.openxmlformats.org/drawingml/2006/main" noGrp="1"/>
          </p:cNvSpPr>
          <p:nvPr/>
        </p:nvSpPr>
        <p:spPr>
          <a:xfrm xmlns:a="http://schemas.openxmlformats.org/drawingml/2006/main">
            <a:off x="533400" y="16192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실행 가이드 · 누가 무엇을 하는가</a:t>
            </a:r>
          </a:p>
        </p:txBody>
      </p:sp>
      <p:sp>
        <p:nvSpPr>
          <p:cNvPr id="5" name="">
            <a:extLst xmlns:a="http://schemas.openxmlformats.org/drawingml/2006/main">
              <a:ext uri="{FF2B5EF4-FFF2-40B4-BE49-F238E27FC236}">
                <a16:creationId xmlns:a16="http://schemas.microsoft.com/office/drawing/2014/main" id="{80405DB2-DE96-49BA-BDEE-841E013A97B1}"/>
              </a:ext>
            </a:extLst>
          </p:cNvPr>
          <p:cNvSpPr>
            <a:spLocks xmlns:a="http://schemas.openxmlformats.org/drawingml/2006/main" noGrp="1"/>
          </p:cNvSpPr>
          <p:nvPr/>
        </p:nvSpPr>
        <p:spPr>
          <a:xfrm xmlns:a="http://schemas.openxmlformats.org/drawingml/2006/main">
            <a:off x="6315075" y="1619250"/>
            <a:ext cx="5343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목표 근거 · 어떤 사례를 참고했는가</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cbcc2c3863437b"/>
          <a:stretch xmlns:a="http://schemas.openxmlformats.org/drawingml/2006/main"/>
        </p:blipFill>
        <p:spPr>
          <a:xfrm xmlns:a="http://schemas.openxmlformats.org/drawingml/2006/main">
            <a:off x="533400" y="2171700"/>
            <a:ext cx="5334000" cy="30003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fb06984502c45e9"/>
          <a:stretch xmlns:a="http://schemas.openxmlformats.org/drawingml/2006/main"/>
        </p:blipFill>
        <p:spPr>
          <a:xfrm xmlns:a="http://schemas.openxmlformats.org/drawingml/2006/main">
            <a:off x="6324600" y="2171700"/>
            <a:ext cx="5334000" cy="3000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DB1E073-06A6-422C-97C5-8445E2BA755C}"/>
              </a:ext>
            </a:extLst>
          </p:cNvPr>
          <p:cNvSpPr>
            <a:spLocks xmlns:a="http://schemas.openxmlformats.org/drawingml/2006/main" noGrp="1"/>
          </p:cNvSpPr>
          <p:nvPr/>
        </p:nvSpPr>
        <p:spPr>
          <a:xfrm xmlns:a="http://schemas.openxmlformats.org/drawingml/2006/main">
            <a:off x="533400" y="5457825"/>
            <a:ext cx="5372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E43"/>
                </a:solidFill>
                <a:latin typeface="Malgun Gothic"/>
                <a:ea typeface="Malgun Gothic"/>
                <a:cs typeface="Malgun Gothic"/>
              </a:defRPr>
            </a:pPr>
            <a:r>
              <a:rPr sz="1725" b="1">
                <a:solidFill>
                  <a:srgbClr val="153E43"/>
                </a:solidFill>
                <a:latin typeface="Malgun Gothic"/>
                <a:ea typeface="Malgun Gothic"/>
                <a:cs typeface="Malgun Gothic"/>
              </a:rPr>
              <a:t>준비·협의 / 운영 절차 / 시범 운영 / 평가</a:t>
            </a:r>
          </a:p>
        </p:txBody>
      </p:sp>
      <p:sp>
        <p:nvSpPr>
          <p:cNvPr id="9" name="">
            <a:extLst xmlns:a="http://schemas.openxmlformats.org/drawingml/2006/main">
              <a:ext uri="{FF2B5EF4-FFF2-40B4-BE49-F238E27FC236}">
                <a16:creationId xmlns:a16="http://schemas.microsoft.com/office/drawing/2014/main" id="{B2E6A742-63C0-4C98-872C-75471A26C34D}"/>
              </a:ext>
            </a:extLst>
          </p:cNvPr>
          <p:cNvSpPr>
            <a:spLocks xmlns:a="http://schemas.openxmlformats.org/drawingml/2006/main" noGrp="1"/>
          </p:cNvSpPr>
          <p:nvPr/>
        </p:nvSpPr>
        <p:spPr>
          <a:xfrm xmlns:a="http://schemas.openxmlformats.org/drawingml/2006/main">
            <a:off x="6324600" y="5457825"/>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E43"/>
                </a:solidFill>
                <a:latin typeface="Malgun Gothic"/>
                <a:ea typeface="Malgun Gothic"/>
                <a:cs typeface="Malgun Gothic"/>
              </a:defRPr>
            </a:pPr>
            <a:r>
              <a:rPr sz="1725" b="1">
                <a:solidFill>
                  <a:srgbClr val="153E43"/>
                </a:solidFill>
                <a:latin typeface="Malgun Gothic"/>
                <a:ea typeface="Malgun Gothic"/>
                <a:cs typeface="Malgun Gothic"/>
              </a:rPr>
              <a:t>강진 발표 25% × 계획 계수 80% = 20%</a:t>
            </a:r>
          </a:p>
        </p:txBody>
      </p:sp>
      <p:sp>
        <p:nvSpPr>
          <p:cNvPr id="10" name="">
            <a:extLst xmlns:a="http://schemas.openxmlformats.org/drawingml/2006/main">
              <a:ext uri="{FF2B5EF4-FFF2-40B4-BE49-F238E27FC236}">
                <a16:creationId xmlns:a16="http://schemas.microsoft.com/office/drawing/2014/main" id="{D62F99FB-A747-4813-BB11-52F8C3DC279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생성 문서 예시입니다. 실행 역할·단계는 제안이며, 목표 증가율은 사례를 참고한 계획 가정입니다.</a:t>
            </a:r>
          </a:p>
        </p:txBody>
      </p:sp>
    </p:spTree>
    <p:extLst>
      <p:ext uri="{BB962C8B-B14F-4D97-AF65-F5344CB8AC3E}">
        <p14:creationId xmlns:p14="http://schemas.microsoft.com/office/powerpoint/2010/main" val="670401779"/>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DBDBD0-D0ED-4D63-9DEB-33D008147C3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생성 문서의 견적과 산출근거</a:t>
            </a:r>
          </a:p>
        </p:txBody>
      </p:sp>
      <p:sp>
        <p:nvSpPr>
          <p:cNvPr id="2" name="">
            <a:extLst xmlns:a="http://schemas.openxmlformats.org/drawingml/2006/main">
              <a:ext uri="{FF2B5EF4-FFF2-40B4-BE49-F238E27FC236}">
                <a16:creationId xmlns:a16="http://schemas.microsoft.com/office/drawing/2014/main" id="{A666CC1D-CBE3-479D-9923-F9720391936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BCEBDAAB-8E6F-4F4F-84F2-BDD3BEC0831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78c3050db424eba"/>
          <a:stretch xmlns:a="http://schemas.openxmlformats.org/drawingml/2006/main"/>
        </p:blipFill>
        <p:spPr>
          <a:xfrm xmlns:a="http://schemas.openxmlformats.org/drawingml/2006/main">
            <a:off x="545042" y="1704975"/>
            <a:ext cx="7653867" cy="430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074993-D087-4895-B652-7AD8E3F7FE55}"/>
              </a:ext>
            </a:extLst>
          </p:cNvPr>
          <p:cNvSpPr>
            <a:spLocks xmlns:a="http://schemas.openxmlformats.org/drawingml/2006/main" noGrp="1"/>
          </p:cNvSpPr>
          <p:nvPr/>
        </p:nvSpPr>
        <p:spPr>
          <a:xfrm xmlns:a="http://schemas.openxmlformats.org/drawingml/2006/main">
            <a:off x="8648700" y="1704975"/>
            <a:ext cx="3009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문서에서 확인할 내용</a:t>
            </a:r>
          </a:p>
        </p:txBody>
      </p:sp>
      <p:sp>
        <p:nvSpPr>
          <p:cNvPr id="6" name="">
            <a:extLst xmlns:a="http://schemas.openxmlformats.org/drawingml/2006/main">
              <a:ext uri="{FF2B5EF4-FFF2-40B4-BE49-F238E27FC236}">
                <a16:creationId xmlns:a16="http://schemas.microsoft.com/office/drawing/2014/main" id="{BBF13908-3618-4BBA-B0EC-7413FC43EACD}"/>
              </a:ext>
            </a:extLst>
          </p:cNvPr>
          <p:cNvSpPr>
            <a:spLocks xmlns:a="http://schemas.openxmlformats.org/drawingml/2006/main" noGrp="1"/>
          </p:cNvSpPr>
          <p:nvPr/>
        </p:nvSpPr>
        <p:spPr>
          <a:xfrm xmlns:a="http://schemas.openxmlformats.org/drawingml/2006/main">
            <a:off x="8648700" y="2647950"/>
            <a:ext cx="29337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항목과 예상 금액</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수량·단가의 계산</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규모의 가정</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예비비와 총액</a:t>
            </a:r>
          </a:p>
        </p:txBody>
      </p:sp>
      <p:sp>
        <p:nvSpPr>
          <p:cNvPr id="7" name="">
            <a:extLst xmlns:a="http://schemas.openxmlformats.org/drawingml/2006/main">
              <a:ext uri="{FF2B5EF4-FFF2-40B4-BE49-F238E27FC236}">
                <a16:creationId xmlns:a16="http://schemas.microsoft.com/office/drawing/2014/main" id="{857A72A4-C227-4F70-AF8A-E5781D646EF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견적 예시안: 추가 방문 목표와 시범 참여 비중에 따른 산정입니다. 실제 계약 금액과 다를 수 있습니다.</a:t>
            </a:r>
          </a:p>
        </p:txBody>
      </p:sp>
    </p:spTree>
    <p:extLst>
      <p:ext uri="{BB962C8B-B14F-4D97-AF65-F5344CB8AC3E}">
        <p14:creationId xmlns:p14="http://schemas.microsoft.com/office/powerpoint/2010/main" val="925754396"/>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3AFA34-F537-4F5C-A961-397F9B2D905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6.6 같은 데이터로 만드는 PPTX와 Word</a:t>
            </a:r>
          </a:p>
        </p:txBody>
      </p:sp>
      <p:sp>
        <p:nvSpPr>
          <p:cNvPr id="2" name="">
            <a:extLst xmlns:a="http://schemas.openxmlformats.org/drawingml/2006/main">
              <a:ext uri="{FF2B5EF4-FFF2-40B4-BE49-F238E27FC236}">
                <a16:creationId xmlns:a16="http://schemas.microsoft.com/office/drawing/2014/main" id="{0D15D376-C66C-4600-8295-AE42528F71B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19EA52BD-87DB-451C-B979-87033682121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a5b55faf214b02"/>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1eda1a03dde4e2e"/>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1B25C5-4EA3-4BE7-B264-AF4B0B4C04BC}"/>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7" name="">
            <a:extLst xmlns:a="http://schemas.openxmlformats.org/drawingml/2006/main">
              <a:ext uri="{FF2B5EF4-FFF2-40B4-BE49-F238E27FC236}">
                <a16:creationId xmlns:a16="http://schemas.microsoft.com/office/drawing/2014/main" id="{044BA20B-4F40-4530-9F47-202F2CACEFB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18979040"/>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58166E-1924-4420-9F09-F198A1184F0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6.7 챗봇의 기획안 조정 범위</a:t>
            </a:r>
          </a:p>
        </p:txBody>
      </p:sp>
      <p:sp>
        <p:nvSpPr>
          <p:cNvPr id="2" name="">
            <a:extLst xmlns:a="http://schemas.openxmlformats.org/drawingml/2006/main">
              <a:ext uri="{FF2B5EF4-FFF2-40B4-BE49-F238E27FC236}">
                <a16:creationId xmlns:a16="http://schemas.microsoft.com/office/drawing/2014/main" id="{C976B284-2868-4FF1-98D5-481F4D50FD5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5918001F-02D1-4CDD-8AA7-F457C835C43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40</a:t>
            </a:r>
          </a:p>
        </p:txBody>
      </p:sp>
      <p:sp>
        <p:nvSpPr>
          <p:cNvPr id="4" name="">
            <a:extLst xmlns:a="http://schemas.openxmlformats.org/drawingml/2006/main">
              <a:ext uri="{FF2B5EF4-FFF2-40B4-BE49-F238E27FC236}">
                <a16:creationId xmlns:a16="http://schemas.microsoft.com/office/drawing/2014/main" id="{3AD0C8B1-5DE1-4D07-A6C6-E3451E55E6DD}"/>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5" name="">
            <a:extLst xmlns:a="http://schemas.openxmlformats.org/drawingml/2006/main">
              <a:ext uri="{FF2B5EF4-FFF2-40B4-BE49-F238E27FC236}">
                <a16:creationId xmlns:a16="http://schemas.microsoft.com/office/drawing/2014/main" id="{5C169C5A-A340-44C3-8569-2A1B946C1549}"/>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F5883F-F93C-4D27-9713-D9EDA2602914}"/>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7" name="">
            <a:extLst xmlns:a="http://schemas.openxmlformats.org/drawingml/2006/main">
              <a:ext uri="{FF2B5EF4-FFF2-40B4-BE49-F238E27FC236}">
                <a16:creationId xmlns:a16="http://schemas.microsoft.com/office/drawing/2014/main" id="{DC29CD16-A348-4568-B11F-123A91A30702}"/>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8" name="">
            <a:extLst xmlns:a="http://schemas.openxmlformats.org/drawingml/2006/main">
              <a:ext uri="{FF2B5EF4-FFF2-40B4-BE49-F238E27FC236}">
                <a16:creationId xmlns:a16="http://schemas.microsoft.com/office/drawing/2014/main" id="{07B642AA-16BD-4EA5-BE0E-E8FB219575AB}"/>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9BDD934-79A4-4444-AADE-4972B96B6053}"/>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0" name="">
            <a:extLst xmlns:a="http://schemas.openxmlformats.org/drawingml/2006/main">
              <a:ext uri="{FF2B5EF4-FFF2-40B4-BE49-F238E27FC236}">
                <a16:creationId xmlns:a16="http://schemas.microsoft.com/office/drawing/2014/main" id="{2FB43738-E191-4B76-810D-D356BF194C3E}"/>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2DBFD2-444E-4B3A-B5BF-AE0858E1D2AA}"/>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2" name="">
            <a:extLst xmlns:a="http://schemas.openxmlformats.org/drawingml/2006/main">
              <a:ext uri="{FF2B5EF4-FFF2-40B4-BE49-F238E27FC236}">
                <a16:creationId xmlns:a16="http://schemas.microsoft.com/office/drawing/2014/main" id="{6CA7EBE6-C539-4FDC-97C8-BEFF51F2A0CF}"/>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3" name="">
            <a:extLst xmlns:a="http://schemas.openxmlformats.org/drawingml/2006/main">
              <a:ext uri="{FF2B5EF4-FFF2-40B4-BE49-F238E27FC236}">
                <a16:creationId xmlns:a16="http://schemas.microsoft.com/office/drawing/2014/main" id="{1437501A-1DA4-43CA-9C2F-F644698E674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409145096"/>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87A557-629A-41CC-84D3-FFA659A337E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어드민 기능과 머신러닝 결과</a:t>
            </a:r>
          </a:p>
        </p:txBody>
      </p:sp>
      <p:sp>
        <p:nvSpPr>
          <p:cNvPr id="2" name="">
            <a:extLst xmlns:a="http://schemas.openxmlformats.org/drawingml/2006/main">
              <a:ext uri="{FF2B5EF4-FFF2-40B4-BE49-F238E27FC236}">
                <a16:creationId xmlns:a16="http://schemas.microsoft.com/office/drawing/2014/main" id="{90D84B2F-AA45-44BB-B63C-571417CF1999}"/>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CC43F462-59A7-44C4-971E-9E101FC964E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40</a:t>
            </a:r>
          </a:p>
        </p:txBody>
      </p:sp>
      <p:sp>
        <p:nvSpPr>
          <p:cNvPr id="4" name="">
            <a:extLst xmlns:a="http://schemas.openxmlformats.org/drawingml/2006/main">
              <a:ext uri="{FF2B5EF4-FFF2-40B4-BE49-F238E27FC236}">
                <a16:creationId xmlns:a16="http://schemas.microsoft.com/office/drawing/2014/main" id="{6E4DB93D-0729-4F7A-A02D-2D95BBAFDFD3}"/>
              </a:ext>
            </a:extLst>
          </p:cNvPr>
          <p:cNvSpPr>
            <a:spLocks xmlns:a="http://schemas.openxmlformats.org/drawingml/2006/main" noGrp="1"/>
          </p:cNvSpPr>
          <p:nvPr/>
        </p:nvSpPr>
        <p:spPr>
          <a:xfrm xmlns:a="http://schemas.openxmlformats.org/drawingml/2006/main">
            <a:off x="533400" y="1581150"/>
            <a:ext cx="1112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관리·학습 메뉴</a:t>
            </a:r>
          </a:p>
        </p:txBody>
      </p:sp>
      <p:sp>
        <p:nvSpPr>
          <p:cNvPr id="5" name="">
            <a:extLst xmlns:a="http://schemas.openxmlformats.org/drawingml/2006/main">
              <a:ext uri="{FF2B5EF4-FFF2-40B4-BE49-F238E27FC236}">
                <a16:creationId xmlns:a16="http://schemas.microsoft.com/office/drawing/2014/main" id="{8F13CA80-B537-4B42-9F24-3FB252650511}"/>
              </a:ext>
            </a:extLst>
          </p:cNvPr>
          <p:cNvSpPr>
            <a:spLocks xmlns:a="http://schemas.openxmlformats.org/drawingml/2006/main" noGrp="1"/>
          </p:cNvSpPr>
          <p:nvPr/>
        </p:nvSpPr>
        <p:spPr>
          <a:xfrm xmlns:a="http://schemas.openxmlformats.org/drawingml/2006/main">
            <a:off x="533400" y="20193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머신러닝 결과   /   OpenAI   /   React   /   AI Router   /   전체 구조</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2b6a9c0d70b412c"/>
          <a:stretch xmlns:a="http://schemas.openxmlformats.org/drawingml/2006/main"/>
        </p:blipFill>
        <p:spPr>
          <a:xfrm xmlns:a="http://schemas.openxmlformats.org/drawingml/2006/main">
            <a:off x="616558" y="2705100"/>
            <a:ext cx="7139360" cy="3190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DFA41B-24C2-4D61-9B80-20CE1B3F0BAA}"/>
              </a:ext>
            </a:extLst>
          </p:cNvPr>
          <p:cNvSpPr>
            <a:spLocks xmlns:a="http://schemas.openxmlformats.org/drawingml/2006/main" noGrp="1"/>
          </p:cNvSpPr>
          <p:nvPr/>
        </p:nvSpPr>
        <p:spPr>
          <a:xfrm xmlns:a="http://schemas.openxmlformats.org/drawingml/2006/main">
            <a:off x="8286750" y="27241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지역별 모델의 근거 확인</a:t>
            </a:r>
          </a:p>
        </p:txBody>
      </p:sp>
      <p:sp>
        <p:nvSpPr>
          <p:cNvPr id="8" name="">
            <a:extLst xmlns:a="http://schemas.openxmlformats.org/drawingml/2006/main">
              <a:ext uri="{FF2B5EF4-FFF2-40B4-BE49-F238E27FC236}">
                <a16:creationId xmlns:a16="http://schemas.microsoft.com/office/drawing/2014/main" id="{D24D31DE-76DC-4BFF-BE67-9B1F7DA06946}"/>
              </a:ext>
            </a:extLst>
          </p:cNvPr>
          <p:cNvSpPr>
            <a:spLocks xmlns:a="http://schemas.openxmlformats.org/drawingml/2006/main" noGrp="1"/>
          </p:cNvSpPr>
          <p:nvPr/>
        </p:nvSpPr>
        <p:spPr>
          <a:xfrm xmlns:a="http://schemas.openxmlformats.org/drawingml/2006/main">
            <a:off x="8286750" y="3705225"/>
            <a:ext cx="333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학습 기간·입력 변수</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기준모델과 오차 비교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월별 예측 결과</a:t>
            </a:r>
          </a:p>
          <a:p xmlns:a="http://schemas.openxmlformats.org/drawingml/2006/main">
            <a:r>
              <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파일·함수·전달 필드로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기획안 사용 위치 추적</a:t>
            </a:r>
          </a:p>
        </p:txBody>
      </p:sp>
    </p:spTree>
    <p:extLst>
      <p:ext uri="{BB962C8B-B14F-4D97-AF65-F5344CB8AC3E}">
        <p14:creationId xmlns:p14="http://schemas.microsoft.com/office/powerpoint/2010/main" val="329802304"/>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DB0714-7FE1-40F7-B3FD-66BCA551E06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어드민의 Agent 역할·입력·도구</a:t>
            </a:r>
          </a:p>
        </p:txBody>
      </p:sp>
      <p:sp>
        <p:nvSpPr>
          <p:cNvPr id="2" name="">
            <a:extLst xmlns:a="http://schemas.openxmlformats.org/drawingml/2006/main">
              <a:ext uri="{FF2B5EF4-FFF2-40B4-BE49-F238E27FC236}">
                <a16:creationId xmlns:a16="http://schemas.microsoft.com/office/drawing/2014/main" id="{0FA4A517-2696-4B0E-8A6D-89E23476719C}"/>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964E909B-643B-490F-8145-E93065CD7CB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40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8b7b8bf083b4764"/>
          <a:stretch xmlns:a="http://schemas.openxmlformats.org/drawingml/2006/main"/>
        </p:blipFill>
        <p:spPr>
          <a:xfrm xmlns:a="http://schemas.openxmlformats.org/drawingml/2006/main">
            <a:off x="777419" y="1724025"/>
            <a:ext cx="7017662" cy="4076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63EC0D-B1E9-476A-8FB3-FF170410788E}"/>
              </a:ext>
            </a:extLst>
          </p:cNvPr>
          <p:cNvSpPr>
            <a:spLocks xmlns:a="http://schemas.openxmlformats.org/drawingml/2006/main" noGrp="1"/>
          </p:cNvSpPr>
          <p:nvPr/>
        </p:nvSpPr>
        <p:spPr>
          <a:xfrm xmlns:a="http://schemas.openxmlformats.org/drawingml/2006/main">
            <a:off x="8448675" y="1771650"/>
            <a:ext cx="3209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업무 역할과 모델을 구분</a:t>
            </a:r>
          </a:p>
        </p:txBody>
      </p:sp>
      <p:sp>
        <p:nvSpPr>
          <p:cNvPr id="6" name="">
            <a:extLst xmlns:a="http://schemas.openxmlformats.org/drawingml/2006/main">
              <a:ext uri="{FF2B5EF4-FFF2-40B4-BE49-F238E27FC236}">
                <a16:creationId xmlns:a16="http://schemas.microsoft.com/office/drawing/2014/main" id="{92EFAFAA-C113-421E-B2BB-25B7DE7D04AE}"/>
              </a:ext>
            </a:extLst>
          </p:cNvPr>
          <p:cNvSpPr>
            <a:spLocks xmlns:a="http://schemas.openxmlformats.org/drawingml/2006/main" noGrp="1"/>
          </p:cNvSpPr>
          <p:nvPr/>
        </p:nvSpPr>
        <p:spPr>
          <a:xfrm xmlns:a="http://schemas.openxmlformats.org/drawingml/2006/main">
            <a:off x="8448675" y="2724150"/>
            <a:ext cx="31908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각 Agent의 담당 업무</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받는 데이터와 실행 함수</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허용 도구·JSON 출력</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프롬프트·설정 근거</a:t>
            </a:r>
          </a:p>
        </p:txBody>
      </p:sp>
      <p:sp>
        <p:nvSpPr>
          <p:cNvPr id="7" name="">
            <a:extLst xmlns:a="http://schemas.openxmlformats.org/drawingml/2006/main">
              <a:ext uri="{FF2B5EF4-FFF2-40B4-BE49-F238E27FC236}">
                <a16:creationId xmlns:a16="http://schemas.microsoft.com/office/drawing/2014/main" id="{6A83991C-2AAA-46BD-9A71-5B3E9D6D0760}"/>
              </a:ext>
            </a:extLst>
          </p:cNvPr>
          <p:cNvSpPr>
            <a:spLocks xmlns:a="http://schemas.openxmlformats.org/drawingml/2006/main" noGrp="1"/>
          </p:cNvSpPr>
          <p:nvPr/>
        </p:nvSpPr>
        <p:spPr>
          <a:xfrm xmlns:a="http://schemas.openxmlformats.org/drawingml/2006/main">
            <a:off x="8448675" y="4819650"/>
            <a:ext cx="3171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입력 근거가 누구를 거쳐</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본문이 되는지 확인</a:t>
            </a:r>
          </a:p>
        </p:txBody>
      </p:sp>
      <p:sp>
        <p:nvSpPr>
          <p:cNvPr id="8" name="">
            <a:extLst xmlns:a="http://schemas.openxmlformats.org/drawingml/2006/main">
              <a:ext uri="{FF2B5EF4-FFF2-40B4-BE49-F238E27FC236}">
                <a16:creationId xmlns:a16="http://schemas.microsoft.com/office/drawing/2014/main" id="{1F2D7D67-22CF-4B21-A6BF-9194EF08EB3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OpenAI 탭은 역할·호출 구조를 설명합니다. 실제 Provider와 모델 변경은 AI Router에서 관리합니다.</a:t>
            </a:r>
          </a:p>
        </p:txBody>
      </p:sp>
    </p:spTree>
    <p:extLst>
      <p:ext uri="{BB962C8B-B14F-4D97-AF65-F5344CB8AC3E}">
        <p14:creationId xmlns:p14="http://schemas.microsoft.com/office/powerpoint/2010/main" val="779631323"/>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6FCDBE-25B7-42A2-9D7B-C30F6D6D9C2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OpenAI·로컬 LLM 라우팅 설정</a:t>
            </a:r>
          </a:p>
        </p:txBody>
      </p:sp>
      <p:sp>
        <p:nvSpPr>
          <p:cNvPr id="2" name="">
            <a:extLst xmlns:a="http://schemas.openxmlformats.org/drawingml/2006/main">
              <a:ext uri="{FF2B5EF4-FFF2-40B4-BE49-F238E27FC236}">
                <a16:creationId xmlns:a16="http://schemas.microsoft.com/office/drawing/2014/main" id="{58C9B515-31B7-4ECD-A3AC-4A6CF7098C2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DE811EFF-4CB9-4CE7-BB9C-133BF4FA3C4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2b2cbbbf1ce4546"/>
          <a:stretch xmlns:a="http://schemas.openxmlformats.org/drawingml/2006/main"/>
        </p:blipFill>
        <p:spPr>
          <a:xfrm xmlns:a="http://schemas.openxmlformats.org/drawingml/2006/main">
            <a:off x="759107" y="1704975"/>
            <a:ext cx="6692337" cy="4219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C7A28D-30F5-4703-8613-CBA9B6ABB167}"/>
              </a:ext>
            </a:extLst>
          </p:cNvPr>
          <p:cNvSpPr>
            <a:spLocks xmlns:a="http://schemas.openxmlformats.org/drawingml/2006/main" noGrp="1"/>
          </p:cNvSpPr>
          <p:nvPr/>
        </p:nvSpPr>
        <p:spPr>
          <a:xfrm xmlns:a="http://schemas.openxmlformats.org/drawingml/2006/main">
            <a:off x="8153400" y="1714500"/>
            <a:ext cx="348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작업별 모델 설정</a:t>
            </a:r>
          </a:p>
        </p:txBody>
      </p:sp>
      <p:sp>
        <p:nvSpPr>
          <p:cNvPr id="6" name="">
            <a:extLst xmlns:a="http://schemas.openxmlformats.org/drawingml/2006/main">
              <a:ext uri="{FF2B5EF4-FFF2-40B4-BE49-F238E27FC236}">
                <a16:creationId xmlns:a16="http://schemas.microsoft.com/office/drawing/2014/main" id="{29FAF415-FF5B-4304-AB5F-8E3494D48977}"/>
              </a:ext>
            </a:extLst>
          </p:cNvPr>
          <p:cNvSpPr>
            <a:spLocks xmlns:a="http://schemas.openxmlformats.org/drawingml/2006/main" noGrp="1"/>
          </p:cNvSpPr>
          <p:nvPr/>
        </p:nvSpPr>
        <p:spPr>
          <a:xfrm xmlns:a="http://schemas.openxmlformats.org/drawingml/2006/main">
            <a:off x="8153400" y="2343150"/>
            <a:ext cx="340042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모드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OpenAI·Qwen·Gemma</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모델명과 대체 경로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관리자 토큰으로 저장</a:t>
            </a:r>
          </a:p>
        </p:txBody>
      </p:sp>
      <p:sp>
        <p:nvSpPr>
          <p:cNvPr id="7" name="">
            <a:extLst xmlns:a="http://schemas.openxmlformats.org/drawingml/2006/main">
              <a:ext uri="{FF2B5EF4-FFF2-40B4-BE49-F238E27FC236}">
                <a16:creationId xmlns:a16="http://schemas.microsoft.com/office/drawing/2014/main" id="{2FA8E0E4-170D-42C2-BCB4-EA09460CE5F2}"/>
              </a:ext>
            </a:extLst>
          </p:cNvPr>
          <p:cNvSpPr>
            <a:spLocks xmlns:a="http://schemas.openxmlformats.org/drawingml/2006/main" noGrp="1"/>
          </p:cNvSpPr>
          <p:nvPr/>
        </p:nvSpPr>
        <p:spPr>
          <a:xfrm xmlns:a="http://schemas.openxmlformats.org/drawingml/2006/main">
            <a:off x="8153400" y="42767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저장 이후 확인</a:t>
            </a:r>
          </a:p>
        </p:txBody>
      </p:sp>
      <p:sp>
        <p:nvSpPr>
          <p:cNvPr id="8" name="">
            <a:extLst xmlns:a="http://schemas.openxmlformats.org/drawingml/2006/main">
              <a:ext uri="{FF2B5EF4-FFF2-40B4-BE49-F238E27FC236}">
                <a16:creationId xmlns:a16="http://schemas.microsoft.com/office/drawing/2014/main" id="{F0EFE74C-96F0-4F39-BC19-55E623111CD2}"/>
              </a:ext>
            </a:extLst>
          </p:cNvPr>
          <p:cNvSpPr>
            <a:spLocks xmlns:a="http://schemas.openxmlformats.org/drawingml/2006/main" noGrp="1"/>
          </p:cNvSpPr>
          <p:nvPr/>
        </p:nvSpPr>
        <p:spPr>
          <a:xfrm xmlns:a="http://schemas.openxmlformats.org/drawingml/2006/main">
            <a:off x="8153400" y="4838700"/>
            <a:ext cx="34385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다음 Agent 실행에 적용</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연결 상태·실행 기록 확인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권한·기능 제한은 유지</a:t>
            </a:r>
          </a:p>
        </p:txBody>
      </p:sp>
      <p:sp>
        <p:nvSpPr>
          <p:cNvPr id="9" name="">
            <a:extLst xmlns:a="http://schemas.openxmlformats.org/drawingml/2006/main">
              <a:ext uri="{FF2B5EF4-FFF2-40B4-BE49-F238E27FC236}">
                <a16:creationId xmlns:a16="http://schemas.microsoft.com/office/drawing/2014/main" id="{5DFDE38B-604C-4B30-814E-105F1138217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설정 화면의 모든 조합이 허용되는 것은 아닙니다. 모드별 기능 잠금과 유료 호출 정책을 함께 적용합니다.</a:t>
            </a:r>
          </a:p>
        </p:txBody>
      </p:sp>
    </p:spTree>
    <p:extLst>
      <p:ext uri="{BB962C8B-B14F-4D97-AF65-F5344CB8AC3E}">
        <p14:creationId xmlns:p14="http://schemas.microsoft.com/office/powerpoint/2010/main" val="989598989"/>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7634F9-36AB-440C-9F36-E3603E8C8E6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실제 오류를 바탕으로 보완한 부분</a:t>
            </a:r>
          </a:p>
        </p:txBody>
      </p:sp>
      <p:sp>
        <p:nvSpPr>
          <p:cNvPr id="2" name="">
            <a:extLst xmlns:a="http://schemas.openxmlformats.org/drawingml/2006/main">
              <a:ext uri="{FF2B5EF4-FFF2-40B4-BE49-F238E27FC236}">
                <a16:creationId xmlns:a16="http://schemas.microsoft.com/office/drawing/2014/main" id="{457BFD00-49BA-4B4F-A038-542C34D2DFC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9A290EF3-212D-44C1-BDE2-9E86E77067C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40</a:t>
            </a:r>
          </a:p>
        </p:txBody>
      </p:sp>
      <p:graphicFrame>
        <p:nvGraphicFramePr>
          <p:cNvPr id="9"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247DF99-1A2A-4249-83E9-AB18DB0DAC1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1002304093"/>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9C5DBD-C9CE-4643-809F-C444AD76985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7.5 개발 실행과 운영 보안</a:t>
            </a:r>
          </a:p>
        </p:txBody>
      </p:sp>
      <p:sp>
        <p:nvSpPr>
          <p:cNvPr id="2" name="">
            <a:extLst xmlns:a="http://schemas.openxmlformats.org/drawingml/2006/main">
              <a:ext uri="{FF2B5EF4-FFF2-40B4-BE49-F238E27FC236}">
                <a16:creationId xmlns:a16="http://schemas.microsoft.com/office/drawing/2014/main" id="{7AA4C3C1-36B9-4AFA-B458-6208694C6759}"/>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B0DE6BF8-D952-41E8-A636-6AF2C0A912D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40</a:t>
            </a:r>
          </a:p>
        </p:txBody>
      </p:sp>
      <p:sp>
        <p:nvSpPr>
          <p:cNvPr id="4" name="">
            <a:extLst xmlns:a="http://schemas.openxmlformats.org/drawingml/2006/main">
              <a:ext uri="{FF2B5EF4-FFF2-40B4-BE49-F238E27FC236}">
                <a16:creationId xmlns:a16="http://schemas.microsoft.com/office/drawing/2014/main" id="{4826E583-5217-4542-82CC-FBDD2102924A}"/>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5" name="">
            <a:extLst xmlns:a="http://schemas.openxmlformats.org/drawingml/2006/main">
              <a:ext uri="{FF2B5EF4-FFF2-40B4-BE49-F238E27FC236}">
                <a16:creationId xmlns:a16="http://schemas.microsoft.com/office/drawing/2014/main" id="{51901F36-BD60-4F42-921B-15F1252C803F}"/>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0674AA-0A3C-433B-AC73-16DA21678BBE}"/>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7" name="">
            <a:extLst xmlns:a="http://schemas.openxmlformats.org/drawingml/2006/main">
              <a:ext uri="{FF2B5EF4-FFF2-40B4-BE49-F238E27FC236}">
                <a16:creationId xmlns:a16="http://schemas.microsoft.com/office/drawing/2014/main" id="{C018F632-AAF1-4A34-8000-D716F27468EB}"/>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8" name="">
            <a:extLst xmlns:a="http://schemas.openxmlformats.org/drawingml/2006/main">
              <a:ext uri="{FF2B5EF4-FFF2-40B4-BE49-F238E27FC236}">
                <a16:creationId xmlns:a16="http://schemas.microsoft.com/office/drawing/2014/main" id="{EE535484-23C1-4F48-95D8-05469BF16669}"/>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F85616-1F3F-4AAE-9152-9711924D45C3}"/>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0" name="">
            <a:extLst xmlns:a="http://schemas.openxmlformats.org/drawingml/2006/main">
              <a:ext uri="{FF2B5EF4-FFF2-40B4-BE49-F238E27FC236}">
                <a16:creationId xmlns:a16="http://schemas.microsoft.com/office/drawing/2014/main" id="{85F0C4E3-983D-4BDB-AA3C-A07EFECEB83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1171776136"/>
      </p:ext>
    </p:extLst>
  </p:cSld>
</p:sld>
</file>

<file path=ppt/slides/slide3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150AB62-77EF-475D-8524-FDAC9B366F9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7.6 구현 결과와 팀의 설명 자료</a:t>
            </a:r>
          </a:p>
        </p:txBody>
      </p:sp>
      <p:sp>
        <p:nvSpPr>
          <p:cNvPr id="2" name="">
            <a:extLst xmlns:a="http://schemas.openxmlformats.org/drawingml/2006/main">
              <a:ext uri="{FF2B5EF4-FFF2-40B4-BE49-F238E27FC236}">
                <a16:creationId xmlns:a16="http://schemas.microsoft.com/office/drawing/2014/main" id="{4DD27038-C800-464E-925F-71483D78BFF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6E169E16-8E94-44D0-8A74-0A39EB5F56A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38 / 40</a:t>
            </a:r>
          </a:p>
        </p:txBody>
      </p:sp>
      <p:sp>
        <p:nvSpPr>
          <p:cNvPr id="4" name="">
            <a:extLst xmlns:a="http://schemas.openxmlformats.org/drawingml/2006/main">
              <a:ext uri="{FF2B5EF4-FFF2-40B4-BE49-F238E27FC236}">
                <a16:creationId xmlns:a16="http://schemas.microsoft.com/office/drawing/2014/main" id="{57AB6E92-E392-4D4C-A430-793DB33B1A4B}"/>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5" name="">
            <a:extLst xmlns:a="http://schemas.openxmlformats.org/drawingml/2006/main">
              <a:ext uri="{FF2B5EF4-FFF2-40B4-BE49-F238E27FC236}">
                <a16:creationId xmlns:a16="http://schemas.microsoft.com/office/drawing/2014/main" id="{5568330B-2124-45AA-8483-FEBEE4D7E2E2}"/>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6" name="">
            <a:extLst xmlns:a="http://schemas.openxmlformats.org/drawingml/2006/main">
              <a:ext uri="{FF2B5EF4-FFF2-40B4-BE49-F238E27FC236}">
                <a16:creationId xmlns:a16="http://schemas.microsoft.com/office/drawing/2014/main" id="{AE59A645-07FB-47C5-BEC1-27954B173799}"/>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7" name="">
            <a:extLst xmlns:a="http://schemas.openxmlformats.org/drawingml/2006/main">
              <a:ext uri="{FF2B5EF4-FFF2-40B4-BE49-F238E27FC236}">
                <a16:creationId xmlns:a16="http://schemas.microsoft.com/office/drawing/2014/main" id="{8AC4CAE8-A159-4492-B80B-0D2CFA3077E4}"/>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8" name="">
            <a:extLst xmlns:a="http://schemas.openxmlformats.org/drawingml/2006/main">
              <a:ext uri="{FF2B5EF4-FFF2-40B4-BE49-F238E27FC236}">
                <a16:creationId xmlns:a16="http://schemas.microsoft.com/office/drawing/2014/main" id="{C9EBA6F4-1B61-46F9-954B-652F405A6B75}"/>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9" name="">
            <a:extLst xmlns:a="http://schemas.openxmlformats.org/drawingml/2006/main">
              <a:ext uri="{FF2B5EF4-FFF2-40B4-BE49-F238E27FC236}">
                <a16:creationId xmlns:a16="http://schemas.microsoft.com/office/drawing/2014/main" id="{C537A6A4-E8DF-4BCB-9831-AA8C197D6313}"/>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0" name="">
            <a:extLst xmlns:a="http://schemas.openxmlformats.org/drawingml/2006/main">
              <a:ext uri="{FF2B5EF4-FFF2-40B4-BE49-F238E27FC236}">
                <a16:creationId xmlns:a16="http://schemas.microsoft.com/office/drawing/2014/main" id="{76CEE969-202D-40DB-9B36-62BCD27307B4}"/>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80BDBC-28CE-4B26-8B19-16EC2D51D32F}"/>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2" name="">
            <a:extLst xmlns:a="http://schemas.openxmlformats.org/drawingml/2006/main">
              <a:ext uri="{FF2B5EF4-FFF2-40B4-BE49-F238E27FC236}">
                <a16:creationId xmlns:a16="http://schemas.microsoft.com/office/drawing/2014/main" id="{D66FE4DB-B930-4CA4-95A0-31BA6EF1594B}"/>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3" name="">
            <a:extLst xmlns:a="http://schemas.openxmlformats.org/drawingml/2006/main">
              <a:ext uri="{FF2B5EF4-FFF2-40B4-BE49-F238E27FC236}">
                <a16:creationId xmlns:a16="http://schemas.microsoft.com/office/drawing/2014/main" id="{05550CCA-1944-4195-9EA2-F6CCF4479705}"/>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4" name="">
            <a:extLst xmlns:a="http://schemas.openxmlformats.org/drawingml/2006/main">
              <a:ext uri="{FF2B5EF4-FFF2-40B4-BE49-F238E27FC236}">
                <a16:creationId xmlns:a16="http://schemas.microsoft.com/office/drawing/2014/main" id="{11888350-2E24-4AC6-82F7-BA0FF90DCD78}"/>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322026970"/>
      </p:ext>
    </p:extLst>
  </p:cSld>
</p:sld>
</file>

<file path=ppt/slides/slide3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773814-E1A6-4E37-9CE4-E247688C611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7.7 다음 단계의 검증과 개발 계획</a:t>
            </a:r>
          </a:p>
        </p:txBody>
      </p:sp>
      <p:sp>
        <p:nvSpPr>
          <p:cNvPr id="2" name="">
            <a:extLst xmlns:a="http://schemas.openxmlformats.org/drawingml/2006/main">
              <a:ext uri="{FF2B5EF4-FFF2-40B4-BE49-F238E27FC236}">
                <a16:creationId xmlns:a16="http://schemas.microsoft.com/office/drawing/2014/main" id="{6CA2A6A7-CAE9-4BA6-A66A-395FACE1773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FAF92A80-03B0-4003-AEB1-5C59085CEB0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39 / 40</a:t>
            </a:r>
          </a:p>
        </p:txBody>
      </p:sp>
      <p:graphicFrame>
        <p:nvGraphicFramePr>
          <p:cNvPr id="9"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5C207C4-A13D-45AC-8B70-03DC63586DE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999906778"/>
      </p:ext>
    </p:extLst>
  </p:cSld>
</p:sld>
</file>

<file path=ppt/slides/slide4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A5804B-F797-4AA6-AEAF-C1A0A18557A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7.8 시연과 질의응답</a:t>
            </a:r>
          </a:p>
        </p:txBody>
      </p:sp>
      <p:sp>
        <p:nvSpPr>
          <p:cNvPr id="2" name="">
            <a:extLst xmlns:a="http://schemas.openxmlformats.org/drawingml/2006/main">
              <a:ext uri="{FF2B5EF4-FFF2-40B4-BE49-F238E27FC236}">
                <a16:creationId xmlns:a16="http://schemas.microsoft.com/office/drawing/2014/main" id="{9D22DAF1-6C0D-4FA3-86D7-AE41114F7FC4}"/>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75EF25B3-A0BE-4119-A53E-6C1BE589875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40 / 40</a:t>
            </a:r>
          </a:p>
        </p:txBody>
      </p:sp>
      <p:sp>
        <p:nvSpPr>
          <p:cNvPr id="4" name="">
            <a:extLst xmlns:a="http://schemas.openxmlformats.org/drawingml/2006/main">
              <a:ext uri="{FF2B5EF4-FFF2-40B4-BE49-F238E27FC236}">
                <a16:creationId xmlns:a16="http://schemas.microsoft.com/office/drawing/2014/main" id="{75009844-7929-4BBB-916C-1359EF4EAA91}"/>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5" name="">
            <a:extLst xmlns:a="http://schemas.openxmlformats.org/drawingml/2006/main">
              <a:ext uri="{FF2B5EF4-FFF2-40B4-BE49-F238E27FC236}">
                <a16:creationId xmlns:a16="http://schemas.microsoft.com/office/drawing/2014/main" id="{2173409E-414A-4C42-9331-7AA15A2B8C9F}"/>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6" name="">
            <a:extLst xmlns:a="http://schemas.openxmlformats.org/drawingml/2006/main">
              <a:ext uri="{FF2B5EF4-FFF2-40B4-BE49-F238E27FC236}">
                <a16:creationId xmlns:a16="http://schemas.microsoft.com/office/drawing/2014/main" id="{ED999F63-83A2-4BBB-809E-F65864BCC9B5}"/>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7" name="">
            <a:extLst xmlns:a="http://schemas.openxmlformats.org/drawingml/2006/main">
              <a:ext uri="{FF2B5EF4-FFF2-40B4-BE49-F238E27FC236}">
                <a16:creationId xmlns:a16="http://schemas.microsoft.com/office/drawing/2014/main" id="{E9C42159-ABE0-43B3-9E20-6BCA6B2C32B4}"/>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8" name="">
            <a:extLst xmlns:a="http://schemas.openxmlformats.org/drawingml/2006/main">
              <a:ext uri="{FF2B5EF4-FFF2-40B4-BE49-F238E27FC236}">
                <a16:creationId xmlns:a16="http://schemas.microsoft.com/office/drawing/2014/main" id="{D39A76C7-851E-44E2-8016-B3EECC8EC11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1765864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2026-09-10T21:05:49.1690000Z</dcterms:created>
  <dcterms:modified xsi:type="dcterms:W3CDTF">2026-09-10T21:05:49.1690000Z</dcterms:modified>
</coreProperties>
</file>