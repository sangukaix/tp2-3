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6f852d56a54099" /><Relationship Type="http://schemas.openxmlformats.org/officeDocument/2006/relationships/extended-properties" Target="/docProps/app.xml" Id="Rd12bbec10e09422d" /><Relationship Type="http://schemas.openxmlformats.org/officeDocument/2006/relationships/officeDocument" Target="/ppt/presentation.xml" Id="Rf930dcd3034f4512" /></Relationships>
</file>

<file path=ppt/presentation.xml><?xml version="1.0" encoding="utf-8"?>
<p:presentation xmlns:p="http://schemas.openxmlformats.org/presentationml/2006/main">
  <p:sldMasterIdLst>
    <p:sldMasterId xmlns:r="http://schemas.openxmlformats.org/officeDocument/2006/relationships" id="2147483648" r:id="R46a6001957154e35"/>
  </p:sldMasterIdLst>
  <p:notesMasterIdLst>
    <p:notesMasterId xmlns:r="http://schemas.openxmlformats.org/officeDocument/2006/relationships" r:id="R94a8db7c309c449d"/>
  </p:notesMasterIdLst>
  <p:sldIdLst>
    <p:sldId xmlns:r="http://schemas.openxmlformats.org/officeDocument/2006/relationships" id="256" r:id="R6d48041ba10f421d"/>
    <p:sldId xmlns:r="http://schemas.openxmlformats.org/officeDocument/2006/relationships" id="257" r:id="Rbd6e5ae05bb74b4c"/>
    <p:sldId xmlns:r="http://schemas.openxmlformats.org/officeDocument/2006/relationships" id="258" r:id="Rb35e091e0b504c40"/>
    <p:sldId xmlns:r="http://schemas.openxmlformats.org/officeDocument/2006/relationships" id="259" r:id="R9b1d69c741464f0e"/>
    <p:sldId xmlns:r="http://schemas.openxmlformats.org/officeDocument/2006/relationships" id="260" r:id="R9136ec0b0dbf46ad"/>
    <p:sldId xmlns:r="http://schemas.openxmlformats.org/officeDocument/2006/relationships" id="261" r:id="R7d9a150afaed46cd"/>
    <p:sldId xmlns:r="http://schemas.openxmlformats.org/officeDocument/2006/relationships" id="262" r:id="R4845f058247c473b"/>
    <p:sldId xmlns:r="http://schemas.openxmlformats.org/officeDocument/2006/relationships" id="263" r:id="Rffd6146fc7824af1"/>
    <p:sldId xmlns:r="http://schemas.openxmlformats.org/officeDocument/2006/relationships" id="264" r:id="R1f83bac29d62437c"/>
    <p:sldId xmlns:r="http://schemas.openxmlformats.org/officeDocument/2006/relationships" id="265" r:id="R9047e059536347c8"/>
    <p:sldId xmlns:r="http://schemas.openxmlformats.org/officeDocument/2006/relationships" id="266" r:id="Rdb095d64fbda45fd"/>
    <p:sldId xmlns:r="http://schemas.openxmlformats.org/officeDocument/2006/relationships" id="267" r:id="Re7496d0e0a164b5e"/>
    <p:sldId xmlns:r="http://schemas.openxmlformats.org/officeDocument/2006/relationships" id="268" r:id="Re7de3c37a6ef4a59"/>
    <p:sldId xmlns:r="http://schemas.openxmlformats.org/officeDocument/2006/relationships" id="269" r:id="R7cd368d7257a4ab0"/>
    <p:sldId xmlns:r="http://schemas.openxmlformats.org/officeDocument/2006/relationships" id="270" r:id="R97a49d8316af44b2"/>
    <p:sldId xmlns:r="http://schemas.openxmlformats.org/officeDocument/2006/relationships" id="271" r:id="R829084cf0f824b86"/>
    <p:sldId xmlns:r="http://schemas.openxmlformats.org/officeDocument/2006/relationships" id="272" r:id="R4f810b34df054ad2"/>
    <p:sldId xmlns:r="http://schemas.openxmlformats.org/officeDocument/2006/relationships" id="273" r:id="Rb0b83d13b080454d"/>
    <p:sldId xmlns:r="http://schemas.openxmlformats.org/officeDocument/2006/relationships" id="274" r:id="R53847dfe22684f92"/>
    <p:sldId xmlns:r="http://schemas.openxmlformats.org/officeDocument/2006/relationships" id="275" r:id="R84fd5e5a7d4448da"/>
    <p:sldId xmlns:r="http://schemas.openxmlformats.org/officeDocument/2006/relationships" id="276" r:id="R1f234914a99f4479"/>
    <p:sldId xmlns:r="http://schemas.openxmlformats.org/officeDocument/2006/relationships" id="277" r:id="R1cb99a340ae44e1c"/>
    <p:sldId xmlns:r="http://schemas.openxmlformats.org/officeDocument/2006/relationships" id="278" r:id="Rcb15f307abee49c0"/>
    <p:sldId xmlns:r="http://schemas.openxmlformats.org/officeDocument/2006/relationships" id="279" r:id="Rc1a8500bf16c43c9"/>
    <p:sldId xmlns:r="http://schemas.openxmlformats.org/officeDocument/2006/relationships" id="280" r:id="R8614ca33db354be2"/>
    <p:sldId xmlns:r="http://schemas.openxmlformats.org/officeDocument/2006/relationships" id="281" r:id="Rf640c399d44a4a77"/>
    <p:sldId xmlns:r="http://schemas.openxmlformats.org/officeDocument/2006/relationships" id="282" r:id="R232ecf9aee934250"/>
    <p:sldId xmlns:r="http://schemas.openxmlformats.org/officeDocument/2006/relationships" id="283" r:id="Rd687626f40cc4d0d"/>
    <p:sldId xmlns:r="http://schemas.openxmlformats.org/officeDocument/2006/relationships" id="284" r:id="R0e52b140573541e6"/>
    <p:sldId xmlns:r="http://schemas.openxmlformats.org/officeDocument/2006/relationships" id="285" r:id="R596f4f97cff94e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83ae9775ce4a8b" /><Relationship Type="http://schemas.openxmlformats.org/officeDocument/2006/relationships/slideMaster" Target="/ppt/slideMasters/slideMaster1.xml" Id="R46a6001957154e35" /><Relationship Type="http://schemas.openxmlformats.org/officeDocument/2006/relationships/notesMaster" Target="/ppt/notesMasters/notesMaster1.xml" Id="R94a8db7c309c449d" /><Relationship Type="http://schemas.openxmlformats.org/officeDocument/2006/relationships/presProps" Target="/ppt/presProps.xml" Id="Re087eec2000c4e2e" /><Relationship Type="http://schemas.openxmlformats.org/officeDocument/2006/relationships/tableStyles" Target="/ppt/tableStyles.xml" Id="R3406f0fcd7454fe5" /><Relationship Type="http://schemas.openxmlformats.org/officeDocument/2006/relationships/slide" Target="/ppt/slides/slide1.xml" Id="R6d48041ba10f421d" /><Relationship Type="http://schemas.openxmlformats.org/officeDocument/2006/relationships/slide" Target="/ppt/slides/slide2.xml" Id="Rbd6e5ae05bb74b4c" /><Relationship Type="http://schemas.openxmlformats.org/officeDocument/2006/relationships/slide" Target="/ppt/slides/slide3.xml" Id="Rb35e091e0b504c40" /><Relationship Type="http://schemas.openxmlformats.org/officeDocument/2006/relationships/slide" Target="/ppt/slides/slide4.xml" Id="R9b1d69c741464f0e" /><Relationship Type="http://schemas.openxmlformats.org/officeDocument/2006/relationships/slide" Target="/ppt/slides/slide5.xml" Id="R9136ec0b0dbf46ad" /><Relationship Type="http://schemas.openxmlformats.org/officeDocument/2006/relationships/slide" Target="/ppt/slides/slide6.xml" Id="R7d9a150afaed46cd" /><Relationship Type="http://schemas.openxmlformats.org/officeDocument/2006/relationships/slide" Target="/ppt/slides/slide7.xml" Id="R4845f058247c473b" /><Relationship Type="http://schemas.openxmlformats.org/officeDocument/2006/relationships/slide" Target="/ppt/slides/slide8.xml" Id="Rffd6146fc7824af1" /><Relationship Type="http://schemas.openxmlformats.org/officeDocument/2006/relationships/slide" Target="/ppt/slides/slide9.xml" Id="R1f83bac29d62437c" /><Relationship Type="http://schemas.openxmlformats.org/officeDocument/2006/relationships/slide" Target="/ppt/slides/slide10.xml" Id="R9047e059536347c8" /><Relationship Type="http://schemas.openxmlformats.org/officeDocument/2006/relationships/slide" Target="/ppt/slides/slide11.xml" Id="Rdb095d64fbda45fd" /><Relationship Type="http://schemas.openxmlformats.org/officeDocument/2006/relationships/slide" Target="/ppt/slides/slide12.xml" Id="Re7496d0e0a164b5e" /><Relationship Type="http://schemas.openxmlformats.org/officeDocument/2006/relationships/slide" Target="/ppt/slides/slide13.xml" Id="Re7de3c37a6ef4a59" /><Relationship Type="http://schemas.openxmlformats.org/officeDocument/2006/relationships/slide" Target="/ppt/slides/slide14.xml" Id="R7cd368d7257a4ab0" /><Relationship Type="http://schemas.openxmlformats.org/officeDocument/2006/relationships/slide" Target="/ppt/slides/slide15.xml" Id="R97a49d8316af44b2" /><Relationship Type="http://schemas.openxmlformats.org/officeDocument/2006/relationships/slide" Target="/ppt/slides/slide16.xml" Id="R829084cf0f824b86" /><Relationship Type="http://schemas.openxmlformats.org/officeDocument/2006/relationships/slide" Target="/ppt/slides/slide17.xml" Id="R4f810b34df054ad2" /><Relationship Type="http://schemas.openxmlformats.org/officeDocument/2006/relationships/slide" Target="/ppt/slides/slide18.xml" Id="Rb0b83d13b080454d" /><Relationship Type="http://schemas.openxmlformats.org/officeDocument/2006/relationships/slide" Target="/ppt/slides/slide19.xml" Id="R53847dfe22684f92" /><Relationship Type="http://schemas.openxmlformats.org/officeDocument/2006/relationships/slide" Target="/ppt/slides/slide20.xml" Id="R84fd5e5a7d4448da" /><Relationship Type="http://schemas.openxmlformats.org/officeDocument/2006/relationships/slide" Target="/ppt/slides/slide21.xml" Id="R1f234914a99f4479" /><Relationship Type="http://schemas.openxmlformats.org/officeDocument/2006/relationships/slide" Target="/ppt/slides/slide22.xml" Id="R1cb99a340ae44e1c" /><Relationship Type="http://schemas.openxmlformats.org/officeDocument/2006/relationships/slide" Target="/ppt/slides/slide23.xml" Id="Rcb15f307abee49c0" /><Relationship Type="http://schemas.openxmlformats.org/officeDocument/2006/relationships/slide" Target="/ppt/slides/slide24.xml" Id="Rc1a8500bf16c43c9" /><Relationship Type="http://schemas.openxmlformats.org/officeDocument/2006/relationships/slide" Target="/ppt/slides/slide25.xml" Id="R8614ca33db354be2" /><Relationship Type="http://schemas.openxmlformats.org/officeDocument/2006/relationships/slide" Target="/ppt/slides/slide26.xml" Id="Rf640c399d44a4a77" /><Relationship Type="http://schemas.openxmlformats.org/officeDocument/2006/relationships/slide" Target="/ppt/slides/slide27.xml" Id="R232ecf9aee934250" /><Relationship Type="http://schemas.openxmlformats.org/officeDocument/2006/relationships/slide" Target="/ppt/slides/slide28.xml" Id="Rd687626f40cc4d0d" /><Relationship Type="http://schemas.openxmlformats.org/officeDocument/2006/relationships/slide" Target="/ppt/slides/slide29.xml" Id="R0e52b140573541e6" /><Relationship Type="http://schemas.openxmlformats.org/officeDocument/2006/relationships/slide" Target="/ppt/slides/slide30.xml" Id="R596f4f97cff94e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77f26dfa4045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02db3b78634be2" /><Relationship Type="http://schemas.openxmlformats.org/officeDocument/2006/relationships/notesMaster" Target="/ppt/notesMasters/notesMaster1.xml" Id="R60a13329252841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6b65c5513347ea" /><Relationship Type="http://schemas.openxmlformats.org/officeDocument/2006/relationships/notesMaster" Target="/ppt/notesMasters/notesMaster1.xml" Id="R119ae0aa4f2743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20513d713c444c" /><Relationship Type="http://schemas.openxmlformats.org/officeDocument/2006/relationships/notesMaster" Target="/ppt/notesMasters/notesMaster1.xml" Id="R07e1c31c6f3342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73fa6f596d4800" /><Relationship Type="http://schemas.openxmlformats.org/officeDocument/2006/relationships/notesMaster" Target="/ppt/notesMasters/notesMaster1.xml" Id="R2292fcaa5b3548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00a36127b94feb" /><Relationship Type="http://schemas.openxmlformats.org/officeDocument/2006/relationships/notesMaster" Target="/ppt/notesMasters/notesMaster1.xml" Id="R99fcfb27773349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7f26dd1a4044ea" /><Relationship Type="http://schemas.openxmlformats.org/officeDocument/2006/relationships/notesMaster" Target="/ppt/notesMasters/notesMaster1.xml" Id="R1dbfe940e42942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f67fe23b34a8d" /><Relationship Type="http://schemas.openxmlformats.org/officeDocument/2006/relationships/notesMaster" Target="/ppt/notesMasters/notesMaster1.xml" Id="R53d391e78308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d164f42f3749ab" /><Relationship Type="http://schemas.openxmlformats.org/officeDocument/2006/relationships/notesMaster" Target="/ppt/notesMasters/notesMaster1.xml" Id="R2b9b742995114b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b3b10277e147df" /><Relationship Type="http://schemas.openxmlformats.org/officeDocument/2006/relationships/notesMaster" Target="/ppt/notesMasters/notesMaster1.xml" Id="Rd1984e59210742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c85b51d1fd4e6e" /><Relationship Type="http://schemas.openxmlformats.org/officeDocument/2006/relationships/notesMaster" Target="/ppt/notesMasters/notesMaster1.xml" Id="Rd3c795d9b8cf48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ac619cb6d34d00" /><Relationship Type="http://schemas.openxmlformats.org/officeDocument/2006/relationships/notesMaster" Target="/ppt/notesMasters/notesMaster1.xml" Id="R12753204b3f6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86613631954bd6" /><Relationship Type="http://schemas.openxmlformats.org/officeDocument/2006/relationships/notesMaster" Target="/ppt/notesMasters/notesMaster1.xml" Id="Re65faf645fd644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6c107e0b45464b" /><Relationship Type="http://schemas.openxmlformats.org/officeDocument/2006/relationships/notesMaster" Target="/ppt/notesMasters/notesMaster1.xml" Id="R4646117882c640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8b017fe1744571" /><Relationship Type="http://schemas.openxmlformats.org/officeDocument/2006/relationships/notesMaster" Target="/ppt/notesMasters/notesMaster1.xml" Id="R2d7b59167ce74d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55907ca85a478b" /><Relationship Type="http://schemas.openxmlformats.org/officeDocument/2006/relationships/notesMaster" Target="/ppt/notesMasters/notesMaster1.xml" Id="Reb41802872c34c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e7288d781c45fb" /><Relationship Type="http://schemas.openxmlformats.org/officeDocument/2006/relationships/notesMaster" Target="/ppt/notesMasters/notesMaster1.xml" Id="R124db452603648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d2bad3985a4b9c" /><Relationship Type="http://schemas.openxmlformats.org/officeDocument/2006/relationships/notesMaster" Target="/ppt/notesMasters/notesMaster1.xml" Id="R2844fa74a4c949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08a62bd91148ea" /><Relationship Type="http://schemas.openxmlformats.org/officeDocument/2006/relationships/notesMaster" Target="/ppt/notesMasters/notesMaster1.xml" Id="Ra50caff7905e41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0d73d843ae4786" /><Relationship Type="http://schemas.openxmlformats.org/officeDocument/2006/relationships/notesMaster" Target="/ppt/notesMasters/notesMaster1.xml" Id="Rcf993724ec9244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3c7edfe4164926" /><Relationship Type="http://schemas.openxmlformats.org/officeDocument/2006/relationships/notesMaster" Target="/ppt/notesMasters/notesMaster1.xml" Id="R9ea22b3d19314e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42744e23574525" /><Relationship Type="http://schemas.openxmlformats.org/officeDocument/2006/relationships/notesMaster" Target="/ppt/notesMasters/notesMaster1.xml" Id="R21e24592d450431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1063c1ae25456a" /><Relationship Type="http://schemas.openxmlformats.org/officeDocument/2006/relationships/notesMaster" Target="/ppt/notesMasters/notesMaster1.xml" Id="Ra828b34b313f4d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5932931b1f42f7" /><Relationship Type="http://schemas.openxmlformats.org/officeDocument/2006/relationships/notesMaster" Target="/ppt/notesMasters/notesMaster1.xml" Id="R90bc7b525f884f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6c211bd3454e27" /><Relationship Type="http://schemas.openxmlformats.org/officeDocument/2006/relationships/notesMaster" Target="/ppt/notesMasters/notesMaster1.xml" Id="R9c1a058a943d4c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5b7cec53884948" /><Relationship Type="http://schemas.openxmlformats.org/officeDocument/2006/relationships/notesMaster" Target="/ppt/notesMasters/notesMaster1.xml" Id="Rac7b41e499c94b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0b8997bc2754a3a" /><Relationship Type="http://schemas.openxmlformats.org/officeDocument/2006/relationships/notesMaster" Target="/ppt/notesMasters/notesMaster1.xml" Id="Ra32c342072f84e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b78f923d074adf" /><Relationship Type="http://schemas.openxmlformats.org/officeDocument/2006/relationships/notesMaster" Target="/ppt/notesMasters/notesMaster1.xml" Id="R5972d544503b43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e53d214ff3f4097" /><Relationship Type="http://schemas.openxmlformats.org/officeDocument/2006/relationships/notesMaster" Target="/ppt/notesMasters/notesMaster1.xml" Id="R892e84d3bb054f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ff4a20dcd7b4238" /><Relationship Type="http://schemas.openxmlformats.org/officeDocument/2006/relationships/notesMaster" Target="/ppt/notesMasters/notesMaster1.xml" Id="R62cce91b074d41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1848aff67a40ca" /><Relationship Type="http://schemas.openxmlformats.org/officeDocument/2006/relationships/notesMaster" Target="/ppt/notesMasters/notesMaster1.xml" Id="R8b710f1a0e664e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d69fca86844b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603db6ec0f4fdb" /><Relationship Type="http://schemas.openxmlformats.org/officeDocument/2006/relationships/slideLayout" Target="/ppt/slideLayouts/slideLayout1.xml" Id="R2c25e3fde6e94e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5e3fde6e94e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e2dd0c10a54327" /><Relationship Type="http://schemas.openxmlformats.org/officeDocument/2006/relationships/image" Target="/ppt/media/image.png" Id="R26d1dca400b74aa1" /><Relationship Type="http://schemas.openxmlformats.org/officeDocument/2006/relationships/notesSlide" Target="/ppt/notesSlides/notesSlide1.xml" Id="R95d21693259045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edaa537d144fb8" /><Relationship Type="http://schemas.openxmlformats.org/officeDocument/2006/relationships/notesSlide" Target="/ppt/notesSlides/notesSlide2.xml" Id="R381825cb5bd54f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da2be98084e37" /><Relationship Type="http://schemas.openxmlformats.org/officeDocument/2006/relationships/image" Target="/ppt/media/image.jpeg" Id="R6e8a4553ab4141ee" /><Relationship Type="http://schemas.openxmlformats.org/officeDocument/2006/relationships/notesSlide" Target="/ppt/notesSlides/notesSlide3.xml" Id="Rda2802f40d7c4b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194981e2b04fca" /><Relationship Type="http://schemas.openxmlformats.org/officeDocument/2006/relationships/notesSlide" Target="/ppt/notesSlides/notesSlide4.xml" Id="R61fc957086874f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b7f55104d04729" /><Relationship Type="http://schemas.openxmlformats.org/officeDocument/2006/relationships/notesSlide" Target="/ppt/notesSlides/notesSlide5.xml" Id="Ra9e699959ecd49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2de8db1b5b45be" /><Relationship Type="http://schemas.openxmlformats.org/officeDocument/2006/relationships/notesSlide" Target="/ppt/notesSlides/notesSlide6.xml" Id="R06f3b72bcc0c47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9c5e17d700432a" /><Relationship Type="http://schemas.openxmlformats.org/officeDocument/2006/relationships/notesSlide" Target="/ppt/notesSlides/notesSlide7.xml" Id="R3a1fe63e6c164e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979076974d4493" /><Relationship Type="http://schemas.openxmlformats.org/officeDocument/2006/relationships/notesSlide" Target="/ppt/notesSlides/notesSlide8.xml" Id="Rae3d0c8a3a3b47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35e67099884058" /><Relationship Type="http://schemas.openxmlformats.org/officeDocument/2006/relationships/notesSlide" Target="/ppt/notesSlides/notesSlide9.xml" Id="R66b99c65137b46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49406cb06f4173" /><Relationship Type="http://schemas.openxmlformats.org/officeDocument/2006/relationships/notesSlide" Target="/ppt/notesSlides/notesSlide10.xml" Id="Rdca59985eec541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5e18d6478e463f" /><Relationship Type="http://schemas.openxmlformats.org/officeDocument/2006/relationships/chart" Target="/ppt/slides/charts/chart1.xml" Id="Ra4285a3874e649c7" /><Relationship Type="http://schemas.openxmlformats.org/officeDocument/2006/relationships/notesSlide" Target="/ppt/notesSlides/notesSlide11.xml" Id="Re068d258d7fe4a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9ae37fa77e4a0b" /><Relationship Type="http://schemas.openxmlformats.org/officeDocument/2006/relationships/notesSlide" Target="/ppt/notesSlides/notesSlide12.xml" Id="R3e726c700ac542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fbd9e4ef114adc" /><Relationship Type="http://schemas.openxmlformats.org/officeDocument/2006/relationships/notesSlide" Target="/ppt/notesSlides/notesSlide13.xml" Id="R4a3a1920b22440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e94141faf84ad9" /><Relationship Type="http://schemas.openxmlformats.org/officeDocument/2006/relationships/notesSlide" Target="/ppt/notesSlides/notesSlide14.xml" Id="Rc0429ba491dc41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cd4eff3ee854cb0" /><Relationship Type="http://schemas.openxmlformats.org/officeDocument/2006/relationships/notesSlide" Target="/ppt/notesSlides/notesSlide15.xml" Id="Re1d27051fd2f40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08c6721be64288" /><Relationship Type="http://schemas.openxmlformats.org/officeDocument/2006/relationships/notesSlide" Target="/ppt/notesSlides/notesSlide16.xml" Id="R676c43ce805545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ecf038331741f9" /><Relationship Type="http://schemas.openxmlformats.org/officeDocument/2006/relationships/notesSlide" Target="/ppt/notesSlides/notesSlide17.xml" Id="R52af424d8d554c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6e0e48b1f24fae" /><Relationship Type="http://schemas.openxmlformats.org/officeDocument/2006/relationships/notesSlide" Target="/ppt/notesSlides/notesSlide18.xml" Id="R08c015e5710d4d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eb47905ebe4744" /><Relationship Type="http://schemas.openxmlformats.org/officeDocument/2006/relationships/notesSlide" Target="/ppt/notesSlides/notesSlide19.xml" Id="Rc35530f32e194e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bff5aaa17d470e" /><Relationship Type="http://schemas.openxmlformats.org/officeDocument/2006/relationships/notesSlide" Target="/ppt/notesSlides/notesSlide20.xml" Id="R52149009422846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f2c7391d144594" /><Relationship Type="http://schemas.openxmlformats.org/officeDocument/2006/relationships/notesSlide" Target="/ppt/notesSlides/notesSlide21.xml" Id="R566766cb569b48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753cc0d42d4266" /><Relationship Type="http://schemas.openxmlformats.org/officeDocument/2006/relationships/notesSlide" Target="/ppt/notesSlides/notesSlide22.xml" Id="R81e95e68be1846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fe346d8965401e" /><Relationship Type="http://schemas.openxmlformats.org/officeDocument/2006/relationships/image" Target="/ppt/media/image2.png" Id="R7c9a2bf6dd6d4245" /><Relationship Type="http://schemas.openxmlformats.org/officeDocument/2006/relationships/notesSlide" Target="/ppt/notesSlides/notesSlide23.xml" Id="R292359971cce4a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9d2b2f5eb744034" /><Relationship Type="http://schemas.openxmlformats.org/officeDocument/2006/relationships/image" Target="/ppt/media/image3.png" Id="R525c84685a6a4e21" /><Relationship Type="http://schemas.openxmlformats.org/officeDocument/2006/relationships/image" Target="/ppt/media/image4.png" Id="R0cc2d357777d4f6c" /><Relationship Type="http://schemas.openxmlformats.org/officeDocument/2006/relationships/notesSlide" Target="/ppt/notesSlides/notesSlide24.xml" Id="Ra141d39613ac49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56cd465235475e" /><Relationship Type="http://schemas.openxmlformats.org/officeDocument/2006/relationships/notesSlide" Target="/ppt/notesSlides/notesSlide25.xml" Id="R79e90d8674b54fc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eb002f24044676" /><Relationship Type="http://schemas.openxmlformats.org/officeDocument/2006/relationships/notesSlide" Target="/ppt/notesSlides/notesSlide26.xml" Id="R760d448b5b09462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cd6cf495dc543f9" /><Relationship Type="http://schemas.openxmlformats.org/officeDocument/2006/relationships/notesSlide" Target="/ppt/notesSlides/notesSlide27.xml" Id="Rd64a6d92603041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64ef093c54b4888" /><Relationship Type="http://schemas.openxmlformats.org/officeDocument/2006/relationships/notesSlide" Target="/ppt/notesSlides/notesSlide28.xml" Id="R0375faacd86445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ac81129032448c7" /><Relationship Type="http://schemas.openxmlformats.org/officeDocument/2006/relationships/notesSlide" Target="/ppt/notesSlides/notesSlide29.xml" Id="Redebcf11dd9f48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ad7f75c551242ab" /><Relationship Type="http://schemas.openxmlformats.org/officeDocument/2006/relationships/notesSlide" Target="/ppt/notesSlides/notesSlide30.xml" Id="R990a32f762044d1e" /></Relationships>
</file>

<file path=ppt/slides/charts/chart1.xml><?xml version="1.0" encoding="utf-8"?>
<c:chartSpace xmlns:c="http://schemas.openxmlformats.org/drawingml/2006/chart">
  <c:lang val="en-US"/>
  <c:chart>
    <c:plotArea>
      <c:barChart>
        <c:barDir val="col"/>
        <c:grouping val="clustered"/>
        <c:varyColors val="0"/>
        <c:ser>
          <c:idx val="0"/>
          <c:order val="0"/>
          <c:tx>
            <c:v>선택 모델</c:v>
          </c:tx>
          <c:spPr>
            <a:solidFill xmlns:a="http://schemas.openxmlformats.org/drawingml/2006/main">
              <a:srgbClr val="167D85"/>
            </a:solidFill>
          </c:spPr>
          <c:cat>
            <c:strLit>
              <c:ptCount val="2"/>
              <c:pt idx="0">
                <c:v>강남구</c:v>
              </c:pt>
              <c:pt idx="1">
                <c:v>원주시</c:v>
              </c:pt>
            </c:strLit>
          </c:cat>
          <c:val>
            <c:numLit>
              <c:formatCode>0.0"%"</c:formatCode>
              <c:ptCount val="2"/>
              <c:pt idx="0">
                <c:v>3.05</c:v>
              </c:pt>
              <c:pt idx="1">
                <c:v>4.37</c:v>
              </c:pt>
            </c:numLit>
          </c:val>
        </c:ser>
        <c:ser>
          <c:idx val="1"/>
          <c:order val="1"/>
          <c:tx>
            <c:v>전년 동월 기준</c:v>
          </c:tx>
          <c:spPr>
            <a:solidFill xmlns:a="http://schemas.openxmlformats.org/drawingml/2006/main">
              <a:srgbClr val="A9C2BC"/>
            </a:solidFill>
          </c:spPr>
          <c:cat>
            <c:strLit>
              <c:ptCount val="2"/>
              <c:pt idx="0">
                <c:v>강남구</c:v>
              </c:pt>
              <c:pt idx="1">
                <c:v>원주시</c:v>
              </c:pt>
            </c:strLit>
          </c:cat>
          <c:val>
            <c:numLit>
              <c:formatCode>0.0"%"</c:formatCode>
              <c:ptCount val="2"/>
              <c:pt idx="0">
                <c:v>3.78</c:v>
              </c:pt>
              <c:pt idx="1">
                <c:v>3.99</c:v>
              </c:pt>
            </c:numLit>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24719C-308D-4910-B516-06D07E21C4B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354DD6F-F8A2-4D43-82C2-72548D6328E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EDCA992-755E-4234-8637-A8A97C446B4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C4357732-80F2-4DA2-BE80-61D6B75BB6E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d1dca400b74aa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4C26B8-3A54-4B76-AD38-6B9326546F7D}"/>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E19689A1-1F25-4BAF-AB7F-ED00B035895C}"/>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63D96644-3986-470A-B426-6E57BF3E728F}"/>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C56ED7CD-7B3E-4C17-B78F-DC9DDF513B76}"/>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C860D70F-5CFD-47AC-A08D-AEE3F68AE344}"/>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95276763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7682AD-A250-4C8C-BBE1-79EAF341582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5B411E4-C0EF-4917-86F9-42E0FB11386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관광사업 기획에서 연결이 필요한 업무</a:t>
            </a:r>
          </a:p>
        </p:txBody>
      </p:sp>
      <p:sp>
        <p:nvSpPr>
          <p:cNvPr id="3" name="">
            <a:extLst xmlns:a="http://schemas.openxmlformats.org/drawingml/2006/main">
              <a:ext uri="{FF2B5EF4-FFF2-40B4-BE49-F238E27FC236}">
                <a16:creationId xmlns:a16="http://schemas.microsoft.com/office/drawing/2014/main" id="{721BB5FE-2BFB-4F08-A222-38AD5397C28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01  SERVICE</a:t>
            </a:r>
          </a:p>
        </p:txBody>
      </p:sp>
      <p:sp>
        <p:nvSpPr>
          <p:cNvPr id="4" name="">
            <a:extLst xmlns:a="http://schemas.openxmlformats.org/drawingml/2006/main">
              <a:ext uri="{FF2B5EF4-FFF2-40B4-BE49-F238E27FC236}">
                <a16:creationId xmlns:a16="http://schemas.microsoft.com/office/drawing/2014/main" id="{28B7DF0B-198B-4260-BF01-DF60CF46408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30</a:t>
            </a:r>
          </a:p>
        </p:txBody>
      </p:sp>
      <p:sp>
        <p:nvSpPr>
          <p:cNvPr id="5" name="">
            <a:extLst xmlns:a="http://schemas.openxmlformats.org/drawingml/2006/main">
              <a:ext uri="{FF2B5EF4-FFF2-40B4-BE49-F238E27FC236}">
                <a16:creationId xmlns:a16="http://schemas.microsoft.com/office/drawing/2014/main" id="{E7C44026-3FFE-4C72-BA81-A3EE3C5B47D5}"/>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5DA44072-A384-4CE2-B191-E08C163A3130}"/>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E1E0871C-D82A-4F3C-90A3-6E1FEEE63D94}"/>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FDFD3C63-A5B1-4B82-A116-523C9AB451B2}"/>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AE29A248-1C97-4375-9871-2945809B84CE}"/>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C8ED54-170B-4985-9F43-E8404DD16AB9}"/>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589375E2-68E6-42EF-B0DF-F5DC52371705}"/>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074086469"/>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DF7A1C1-F2D4-4465-ABA3-BC05D492C3C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C802B4B-6EB6-4FF1-8D26-6466DE7D59A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지역 선택부터 기획서 출력까지</a:t>
            </a:r>
          </a:p>
        </p:txBody>
      </p:sp>
      <p:sp>
        <p:nvSpPr>
          <p:cNvPr id="3" name="">
            <a:extLst xmlns:a="http://schemas.openxmlformats.org/drawingml/2006/main">
              <a:ext uri="{FF2B5EF4-FFF2-40B4-BE49-F238E27FC236}">
                <a16:creationId xmlns:a16="http://schemas.microsoft.com/office/drawing/2014/main" id="{5228888C-6C6E-4559-87B6-EF2F6D23093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01  SERVICE</a:t>
            </a:r>
          </a:p>
        </p:txBody>
      </p:sp>
      <p:sp>
        <p:nvSpPr>
          <p:cNvPr id="4" name="">
            <a:extLst xmlns:a="http://schemas.openxmlformats.org/drawingml/2006/main">
              <a:ext uri="{FF2B5EF4-FFF2-40B4-BE49-F238E27FC236}">
                <a16:creationId xmlns:a16="http://schemas.microsoft.com/office/drawing/2014/main" id="{054EFDBE-CA8B-4FDA-8A88-410B2AFCCF9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30</a:t>
            </a:r>
          </a:p>
        </p:txBody>
      </p:sp>
      <p:sp>
        <p:nvSpPr>
          <p:cNvPr id="5" name="">
            <a:extLst xmlns:a="http://schemas.openxmlformats.org/drawingml/2006/main">
              <a:ext uri="{FF2B5EF4-FFF2-40B4-BE49-F238E27FC236}">
                <a16:creationId xmlns:a16="http://schemas.microsoft.com/office/drawing/2014/main" id="{57A6D37A-FCDA-432F-A5AA-1975A51B475F}"/>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65E4C6-83DB-4EDC-88F2-EE40CE8C62DA}"/>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A70AAC66-DED9-436B-BA22-8BDACB7E75B0}"/>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6E2ADABA-F99D-4AC4-A955-4633DE1F0369}"/>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29C2C5-EC03-4FAD-9293-D4D6B301D696}"/>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E35169-58CB-4909-87CE-5875AF24E90E}"/>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9B3685A4-9914-4DEA-99EF-56A5F091F28D}"/>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8B63BF37-A278-4442-BFFB-11BD02F56478}"/>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30089D-75C8-4DA8-A23E-E4DAF657E737}"/>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FCB3D3-8AF8-411A-91AD-4F56BC77E942}"/>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B37B65C0-3CA1-4B17-BABD-C8F182AD9CFA}"/>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732C7A13-C9CA-44B2-BA9E-D5C3BAB7433A}"/>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3B7CCF-A8A6-4598-BAED-F2485F3B21A5}"/>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4DA1135-8EDB-44CC-89B1-E778F9BD3098}"/>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019135E-CBDA-4809-952C-56B15EE03ECB}"/>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e8a4553ab4141ee"/>
          <a:stretch xmlns:a="http://schemas.openxmlformats.org/drawingml/2006/main"/>
        </p:blipFill>
        <p:spPr>
          <a:xfrm xmlns:a="http://schemas.openxmlformats.org/drawingml/2006/main">
            <a:off x="1230036" y="3324225"/>
            <a:ext cx="4264578"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15AFFD30-C464-49AB-A1B4-4EB1C846B569}"/>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0257EEE4-75C9-4E6F-8BC1-22DDB56C6C8D}"/>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91699539"/>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BC1A717-0C2C-4132-BF2D-BF990ECD902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810E5F8-369A-41F4-AF84-068906B55FC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전체 서비스 구조</a:t>
            </a:r>
          </a:p>
        </p:txBody>
      </p:sp>
      <p:sp>
        <p:nvSpPr>
          <p:cNvPr id="3" name="">
            <a:extLst xmlns:a="http://schemas.openxmlformats.org/drawingml/2006/main">
              <a:ext uri="{FF2B5EF4-FFF2-40B4-BE49-F238E27FC236}">
                <a16:creationId xmlns:a16="http://schemas.microsoft.com/office/drawing/2014/main" id="{2D69AC32-636A-42F2-B2AE-C8448A16B2F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A92F5233-D8B5-4C69-B9E6-EFCDD4145FC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30</a:t>
            </a:r>
          </a:p>
        </p:txBody>
      </p:sp>
      <p:sp>
        <p:nvSpPr>
          <p:cNvPr id="5" name="">
            <a:extLst xmlns:a="http://schemas.openxmlformats.org/drawingml/2006/main">
              <a:ext uri="{FF2B5EF4-FFF2-40B4-BE49-F238E27FC236}">
                <a16:creationId xmlns:a16="http://schemas.microsoft.com/office/drawing/2014/main" id="{DA8E52D4-8655-4E60-9F1F-63F339C7C063}"/>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207475-0ECB-4874-9DB4-2BC92EF1D420}"/>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40B9AF3F-2D91-4382-BA47-C0BD2D2A5AD4}"/>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B8D341F2-A023-459E-AAE5-5B662E140A67}"/>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887EB4-9189-4B2A-B867-0EC8E5E743AA}"/>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DD68AEE5-A91F-4D2A-9B23-E6B446338114}"/>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82C5C5D3-5FD7-489E-AFE0-785BD254DFE1}"/>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5B7DB0-58D8-40D4-AF82-64585FF25B45}"/>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BA71E3B4-D94F-4843-B51D-1B685670916C}"/>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CCD59494-4568-4FBC-A89D-C12061FEFB4B}"/>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70417D-0323-4A10-B8F5-C8A391BAC916}"/>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CEE149-8EBE-4782-BE4C-08BEBBEC34DE}"/>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4224106B-BE93-4AC4-9FC0-1D8AEBB630E7}"/>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31474E03-BC85-480E-889F-220FD0D0E24C}"/>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DB6609-0445-40C7-8609-EA2EA29DAF4C}"/>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C1CE661E-EC3F-4C41-BE59-11AAEE840797}"/>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647C48D4-3628-490B-9268-63E0BD6092B5}"/>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C6396D-646A-4889-B081-943E5DA8F62A}"/>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5EA314-5CE6-4DC3-80C9-C86EBFE5C5BC}"/>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0C58E052-AED5-4E43-871E-AEF9B7912FAE}"/>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79507BAC-2BE2-4635-92F7-1B108329B761}"/>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8FDFC7-ACB2-4931-BC89-4C7792B50B15}"/>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A29C4F9-5330-4DFA-899D-4ADE01AF0906}"/>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A86DACC2-8825-4AC4-830A-D76FF59D3AA6}"/>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D5B56F75-D412-4CD9-8E63-FE899C8CCEA8}"/>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9E81AEF-A3D4-4036-B525-AF8A066D135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984329672"/>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3C8CA0-4CF4-4AF1-88F3-B42131AF44A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4DBEADE-0503-4CB5-ABB9-80DBAEECDC8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React 페이지와 공통 컴포넌트</a:t>
            </a:r>
          </a:p>
        </p:txBody>
      </p:sp>
      <p:sp>
        <p:nvSpPr>
          <p:cNvPr id="3" name="">
            <a:extLst xmlns:a="http://schemas.openxmlformats.org/drawingml/2006/main">
              <a:ext uri="{FF2B5EF4-FFF2-40B4-BE49-F238E27FC236}">
                <a16:creationId xmlns:a16="http://schemas.microsoft.com/office/drawing/2014/main" id="{4CB6C16F-7CAA-45C9-B606-364C106D1A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C6FD4443-E979-46E0-8999-847DCC68C9D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30</a:t>
            </a:r>
          </a:p>
        </p:txBody>
      </p:sp>
      <p:sp>
        <p:nvSpPr>
          <p:cNvPr id="5" name="">
            <a:extLst xmlns:a="http://schemas.openxmlformats.org/drawingml/2006/main">
              <a:ext uri="{FF2B5EF4-FFF2-40B4-BE49-F238E27FC236}">
                <a16:creationId xmlns:a16="http://schemas.microsoft.com/office/drawing/2014/main" id="{CCAE8AE0-C33B-4634-88CB-91950292204C}"/>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C7DD97C8-FECF-438B-93DE-850E13B84C63}"/>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EAB82EF5-40CE-4330-9AE5-2FB721734E08}"/>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C1551F69-C6CE-447C-B880-983ECD04ED21}"/>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99CED6-8FCF-441E-9341-817523B59030}"/>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19F0239E-F968-4161-BF18-7B7633522E47}"/>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F39C79A1-28F6-47A1-A1C3-53EBF8B372D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148932556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3FBE20-FE9D-4552-A991-3307C0ABBE2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2045043-1AA0-4060-B359-324A0EEFCB0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오래 걸리는 생성 요청의 처리</a:t>
            </a:r>
          </a:p>
        </p:txBody>
      </p:sp>
      <p:sp>
        <p:nvSpPr>
          <p:cNvPr id="3" name="">
            <a:extLst xmlns:a="http://schemas.openxmlformats.org/drawingml/2006/main">
              <a:ext uri="{FF2B5EF4-FFF2-40B4-BE49-F238E27FC236}">
                <a16:creationId xmlns:a16="http://schemas.microsoft.com/office/drawing/2014/main" id="{558A8397-3A12-4696-A7C7-0FAEA0E4B4D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F001958F-C6FD-434A-9E11-AE3883FFD2A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30</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F39E0066-43E2-4B79-8C90-EA51F6E8969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30633159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566F3D4-447B-4B22-BB0B-377E8F9C777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DA89187-7FAE-423D-887B-94D546C23D2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공식 원자료의 수집과 전처리</a:t>
            </a:r>
          </a:p>
        </p:txBody>
      </p:sp>
      <p:sp>
        <p:nvSpPr>
          <p:cNvPr id="3" name="">
            <a:extLst xmlns:a="http://schemas.openxmlformats.org/drawingml/2006/main">
              <a:ext uri="{FF2B5EF4-FFF2-40B4-BE49-F238E27FC236}">
                <a16:creationId xmlns:a16="http://schemas.microsoft.com/office/drawing/2014/main" id="{051BFB8A-ED50-4B9A-957E-D5976B5DB70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0DEB0A1F-C86A-4E57-A8D2-AF9DF8269BF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30</a:t>
            </a:r>
          </a:p>
        </p:txBody>
      </p:sp>
      <p:sp>
        <p:nvSpPr>
          <p:cNvPr id="5" name="">
            <a:extLst xmlns:a="http://schemas.openxmlformats.org/drawingml/2006/main">
              <a:ext uri="{FF2B5EF4-FFF2-40B4-BE49-F238E27FC236}">
                <a16:creationId xmlns:a16="http://schemas.microsoft.com/office/drawing/2014/main" id="{1EFA0915-39A3-45C3-9358-337D4CDA5DD2}"/>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9800A9-8939-4B6D-AD44-EF31140A505E}"/>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4266EDF0-46F7-4E16-907B-DE18EFD5BBCB}"/>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0346DE0A-03C8-43C1-BE83-82B6B3EB8C0C}"/>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C26E99-9D66-4EDF-ACE8-781348EAA15A}"/>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A8444A-A1B1-4107-8AE3-60BEC2B1A034}"/>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77CD5566-A342-4DFA-9E98-7F38850AA71B}"/>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E9E79B27-C946-4882-B4E5-039F0C757CD3}"/>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011510-AE21-443A-9F0B-EE6554695C0B}"/>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E5D39B-E2D6-4EC5-883D-B4078D023233}"/>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98EEC946-C99F-4AC7-A376-70FA594C98BD}"/>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2EAEB5B0-5DC4-45FA-BBAD-CF7366648C4D}"/>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4A08C3-577E-4596-A142-6E90A3BB4FCB}"/>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752AC7A-BA66-4D2A-B8A5-B462AF43B457}"/>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CCF1EFC8-0E58-4627-8E3B-385D2D518A9C}"/>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A92368EB-DAA8-4210-A43A-109403212A79}"/>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94B78CD6-5873-41D2-9F2E-633FA37C6100}"/>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E2202BD-FE75-466E-8C04-E1AE352F51E4}"/>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363A1716-3F7D-4840-82F1-92BE4E53816C}"/>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66A70035-8939-48F1-B06D-845C1FBC4C0E}"/>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A3E19E7-B1F0-4CA6-8D77-1780F53A706D}"/>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BBD04E61-18BD-4B95-AA66-D2C1044FFDEA}"/>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2DF7ED6A-A060-48D0-A150-8F21A5AE33D6}"/>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C261F0C-3689-4683-9B26-6AC2848D4681}"/>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961867096"/>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EDC15A-1552-4FB1-8397-BE32416E5BF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542B1D1-F07E-4D78-8541-BFE7F884495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MySQL의 핵심 데이터 관계</a:t>
            </a:r>
          </a:p>
        </p:txBody>
      </p:sp>
      <p:sp>
        <p:nvSpPr>
          <p:cNvPr id="3" name="">
            <a:extLst xmlns:a="http://schemas.openxmlformats.org/drawingml/2006/main">
              <a:ext uri="{FF2B5EF4-FFF2-40B4-BE49-F238E27FC236}">
                <a16:creationId xmlns:a16="http://schemas.microsoft.com/office/drawing/2014/main" id="{5C293EEE-3603-4762-9749-FFF9F9CC41A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00405495-351C-436E-87DB-244E5D080BE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30</a:t>
            </a:r>
          </a:p>
        </p:txBody>
      </p:sp>
      <p:sp>
        <p:nvSpPr>
          <p:cNvPr id="5" name="">
            <a:extLst xmlns:a="http://schemas.openxmlformats.org/drawingml/2006/main">
              <a:ext uri="{FF2B5EF4-FFF2-40B4-BE49-F238E27FC236}">
                <a16:creationId xmlns:a16="http://schemas.microsoft.com/office/drawing/2014/main" id="{6D944172-F476-495E-808A-10EB3A9FFD70}"/>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6A9E6A-A7FA-4C2E-BF99-FF7370152892}"/>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767ED9CD-FBD4-4AB6-AC2D-7F5FC933A91E}"/>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59C25E49-B697-40AE-A92D-E73EBA1C4150}"/>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4B8AE4-1F93-41D0-9120-C270673C3B88}"/>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45DD059B-E5BD-4255-AE65-E25490E4BF56}"/>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0AEF3780-066F-475C-9667-4D77FEC0018E}"/>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FEA433-3411-44C0-9A19-22DF9585F3ED}"/>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F8CF7D54-32A8-47ED-B349-A498D3126916}"/>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D8D360-E8EB-4923-9226-9ED95DABEB25}"/>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546C75DF-2750-431D-87BF-E053990041F6}"/>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C81BAF01-56FE-4B61-AF79-9E22933B98F2}"/>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7E6FD1-6F47-45D6-8390-5617A9A9B977}"/>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3F6E2D-0304-4627-B43B-7895FC36D02D}"/>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1388CFF1-9572-4A8B-AB74-1FB5FD8193FC}"/>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4AEB8EFF-9FAB-4AAD-B2D1-882E16CE99CA}"/>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C1C87C-D667-43A3-9CB3-6F3E87FBF1B0}"/>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B80277EE-0FD1-46FC-B9E3-FB88080001D8}"/>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2877C91A-15C2-40BE-947A-2DE9981BC2E7}"/>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2C35D62-5DE8-4DB3-8E55-CEF8EFDB0E30}"/>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381DA1BC-C954-4B4D-854C-A871C802ACE9}"/>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A8799E61-BC1B-474C-8AE2-AED681481EC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1948504320"/>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F68976-B91A-4D91-8B68-A54203BE7B7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5BEA27E-F930-4792-8475-4DC00F909BB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7개 ML 결과를 사용하는 위치</a:t>
            </a:r>
          </a:p>
        </p:txBody>
      </p:sp>
      <p:sp>
        <p:nvSpPr>
          <p:cNvPr id="3" name="">
            <a:extLst xmlns:a="http://schemas.openxmlformats.org/drawingml/2006/main">
              <a:ext uri="{FF2B5EF4-FFF2-40B4-BE49-F238E27FC236}">
                <a16:creationId xmlns:a16="http://schemas.microsoft.com/office/drawing/2014/main" id="{A98EF8FF-E695-4530-B497-40D4B472D39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9FFA9F1C-D6B2-4AE8-A6E8-057683CAA68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30</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1DA0055-5862-40DB-8F28-E2DC0E35F69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1576268576"/>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4A8FFE-82B8-45DC-95DB-F794B3C0E77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24F885D-F5E9-4A97-91A0-1962261B7C9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직접 학습하는 예측 모델과 평가 절차</a:t>
            </a:r>
          </a:p>
        </p:txBody>
      </p:sp>
      <p:sp>
        <p:nvSpPr>
          <p:cNvPr id="3" name="">
            <a:extLst xmlns:a="http://schemas.openxmlformats.org/drawingml/2006/main">
              <a:ext uri="{FF2B5EF4-FFF2-40B4-BE49-F238E27FC236}">
                <a16:creationId xmlns:a16="http://schemas.microsoft.com/office/drawing/2014/main" id="{83498A09-1E7A-4366-BFEF-771DFCBCDD3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25536ECE-6B92-4ECF-AFBE-AAE4D9018B7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30</a:t>
            </a:r>
          </a:p>
        </p:txBody>
      </p:sp>
      <p:sp>
        <p:nvSpPr>
          <p:cNvPr id="5" name="">
            <a:extLst xmlns:a="http://schemas.openxmlformats.org/drawingml/2006/main">
              <a:ext uri="{FF2B5EF4-FFF2-40B4-BE49-F238E27FC236}">
                <a16:creationId xmlns:a16="http://schemas.microsoft.com/office/drawing/2014/main" id="{58DBDBC7-B1B3-4D59-916D-2A42FE30196C}"/>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6168B984-D304-4A03-B8B8-242963AA0818}"/>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80D078-F9AC-4741-BE56-6131CD2BCC53}"/>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6B30AD4C-19C0-42F0-B93A-78C5BB15DCB1}"/>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6E3F177E-2AE5-4936-98BC-C745D255D001}"/>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C04CEF-D12A-4465-A32E-F26513B8B2B0}"/>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8B21B5-5683-41AA-B84D-B06AEAFCC6B5}"/>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F56A17FB-C5F8-4926-96FB-9E289A0ACFD9}"/>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C2D574BE-9713-452B-8A29-1288A10EFC48}"/>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367399E-190A-4DC5-B4B8-72053F11FD90}"/>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91E44B-AF65-4616-8A20-4B2F74D04CF6}"/>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3C48B84B-CE60-467F-ABDC-0B28EFD58AD9}"/>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03E0B993-B504-4D9E-A3A8-2433FD0A2DCC}"/>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E5F8D9AD-9646-4F33-8B10-AE481193596D}"/>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C228BD4C-E84C-4877-BE82-E6F43BBC3F7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382949757"/>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E9E8CC-86AB-436D-8276-0A1A39E111B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1B60D31-E786-4987-B097-328D9174DC4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방문자 예측 성능은 지역별로 다릅니다</a:t>
            </a:r>
          </a:p>
        </p:txBody>
      </p:sp>
      <p:sp>
        <p:nvSpPr>
          <p:cNvPr id="3" name="">
            <a:extLst xmlns:a="http://schemas.openxmlformats.org/drawingml/2006/main">
              <a:ext uri="{FF2B5EF4-FFF2-40B4-BE49-F238E27FC236}">
                <a16:creationId xmlns:a16="http://schemas.microsoft.com/office/drawing/2014/main" id="{A6E0EE24-0D4F-4904-9662-D39BB07A9FA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2EAC9B5E-E2B5-46BC-96C3-B9F54CF6D9E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30</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a4285a3874e649c7"/>
          </a:graphicData>
        </a:graphic>
      </p:graphicFrame>
      <p:sp>
        <p:nvSpPr>
          <p:cNvPr id="6" name="">
            <a:extLst xmlns:a="http://schemas.openxmlformats.org/drawingml/2006/main">
              <a:ext uri="{FF2B5EF4-FFF2-40B4-BE49-F238E27FC236}">
                <a16:creationId xmlns:a16="http://schemas.microsoft.com/office/drawing/2014/main" id="{67A9A72D-A205-4B72-84D2-8B75A72990B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53C807EB-3C4A-4D78-90E4-B620093AE928}"/>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09EB6672-C8EF-4C13-A6F4-A0B5AF532E2C}"/>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9C603488-2DB2-4751-960A-26D20743A1C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502072868"/>
      </p:ext>
    </p:extLst>
  </p:cSld>
</p:sld>
</file>

<file path=ppt/slides/slide12.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1826BED-B294-491E-A877-A292F7D163F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65B1F5A-A5C2-41F1-A62F-25C446F4055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예측값이 기획안까지 전달되는 과정</a:t>
            </a:r>
          </a:p>
        </p:txBody>
      </p:sp>
      <p:sp>
        <p:nvSpPr>
          <p:cNvPr id="3" name="">
            <a:extLst xmlns:a="http://schemas.openxmlformats.org/drawingml/2006/main">
              <a:ext uri="{FF2B5EF4-FFF2-40B4-BE49-F238E27FC236}">
                <a16:creationId xmlns:a16="http://schemas.microsoft.com/office/drawing/2014/main" id="{3EAB769A-55EA-4F95-A3AC-2D287AFC128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A2D8E6A3-97E2-4FE9-AF33-B3CFCADA16C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12 / 30</a:t>
            </a:r>
          </a:p>
        </p:txBody>
      </p:sp>
      <p:sp>
        <p:nvSpPr>
          <p:cNvPr id="5" name="">
            <a:extLst xmlns:a="http://schemas.openxmlformats.org/drawingml/2006/main">
              <a:ext uri="{FF2B5EF4-FFF2-40B4-BE49-F238E27FC236}">
                <a16:creationId xmlns:a16="http://schemas.microsoft.com/office/drawing/2014/main" id="{2C1FE4D6-4786-4477-872C-584254AF023B}"/>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58C4C7-7906-4B26-B2B8-767F16625FB0}"/>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A565969F-3DA8-433A-8C1F-38365D3B17D2}"/>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F2A43017-7FFC-4197-944E-FFADFD48C17F}"/>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FD3A32-0CCB-40BB-8D97-92B591414647}"/>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9DAE76-29B9-4EB4-8001-DF43FFAF5CC5}"/>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A7DD147D-02D5-4B33-B538-7D98049FE6C8}"/>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86EAA9FE-1EA5-4043-AAE0-72584994E93F}"/>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5725A9-20B0-4731-8808-6FDEE6A8E79B}"/>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FB24D9-E8D8-4114-9BA7-D02631F67613}"/>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D9683078-DD84-4D32-9B85-FA9DC1A7BA32}"/>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A051491D-E9D3-40B6-935A-7204E1E31903}"/>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40652DF-3FDC-40C3-A2CE-33D17774640A}"/>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566AF7-85D5-4453-BC99-DCE107C532FE}"/>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AE16BD84-52F8-4885-BBA8-AF23E5B6F4B1}"/>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A3DA20B2-E492-402F-AAE6-C4FECAE29A18}"/>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55E5BF1B-A874-4731-8494-8DF5E9A87B60}"/>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37657806-6BD0-4697-9807-C3ECFD1F7BCF}"/>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B73CBEEF-66D9-4213-AA95-021E9F99C6B8}"/>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B9F5173A-A308-452F-BE78-780F806E4581}"/>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CB0465DF-FC54-4E22-A0CC-09B288612193}"/>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6AA74EE3-8997-4071-B805-45210351E4C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1982127473"/>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6BD64D-BEA5-4595-BAFE-536953713E6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1E779BF-4459-4D6F-983B-F4AB6DDAA88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유사 지표 지역과 참고 사업을 찾는 방법</a:t>
            </a:r>
          </a:p>
        </p:txBody>
      </p:sp>
      <p:sp>
        <p:nvSpPr>
          <p:cNvPr id="3" name="">
            <a:extLst xmlns:a="http://schemas.openxmlformats.org/drawingml/2006/main">
              <a:ext uri="{FF2B5EF4-FFF2-40B4-BE49-F238E27FC236}">
                <a16:creationId xmlns:a16="http://schemas.microsoft.com/office/drawing/2014/main" id="{DC39088F-4AE4-4C16-9E70-9915D575F6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A1CA944B-EA16-4786-A799-A5F2B777BEE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30</a:t>
            </a:r>
          </a:p>
        </p:txBody>
      </p:sp>
      <p:sp>
        <p:nvSpPr>
          <p:cNvPr id="5" name="">
            <a:extLst xmlns:a="http://schemas.openxmlformats.org/drawingml/2006/main">
              <a:ext uri="{FF2B5EF4-FFF2-40B4-BE49-F238E27FC236}">
                <a16:creationId xmlns:a16="http://schemas.microsoft.com/office/drawing/2014/main" id="{FD5E01D6-12B7-4A76-BDD1-FB08C3833EF7}"/>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5FE21CD4-5210-4D85-A16D-FAE81E105D6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F68F62-E559-4917-9A34-FE2EBEBC11D5}"/>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58277946-CFE1-46A1-9501-CB4B8C181405}"/>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3E181B3A-60C0-4FD5-9AB8-C197EF4D4A0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11F1D72-79FA-42B2-A30F-2169F0E7BA71}"/>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32A29C5A-D11B-4207-AEA0-483212803623}"/>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BFC1A53-DD1E-43A6-977D-96AA7BF29AE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2097810340"/>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D421A7-B919-490C-AC8F-4BE15F84E5E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4A61006-7F83-48B8-B50C-AA7EB52BC33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공식 근거 검색과 출처 추적</a:t>
            </a:r>
          </a:p>
        </p:txBody>
      </p:sp>
      <p:sp>
        <p:nvSpPr>
          <p:cNvPr id="3" name="">
            <a:extLst xmlns:a="http://schemas.openxmlformats.org/drawingml/2006/main">
              <a:ext uri="{FF2B5EF4-FFF2-40B4-BE49-F238E27FC236}">
                <a16:creationId xmlns:a16="http://schemas.microsoft.com/office/drawing/2014/main" id="{543E270A-819B-4C7E-A032-D81A411A291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1172A591-6CA3-47C5-A587-E882F88B253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30</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DA91A2D-B915-4A0B-A94A-0DD0A9B0DD42}"/>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943261541"/>
      </p:ext>
    </p:extLst>
  </p:cSld>
</p:sld>
</file>

<file path=ppt/slides/slide15.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19E1083-75BB-434E-B84A-4CFAA8DB4E5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F099EB9-E434-4EDF-AB26-7A671280607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5개 Agent가 맡는 고정 작업 흐름</a:t>
            </a:r>
          </a:p>
        </p:txBody>
      </p:sp>
      <p:sp>
        <p:nvSpPr>
          <p:cNvPr id="3" name="">
            <a:extLst xmlns:a="http://schemas.openxmlformats.org/drawingml/2006/main">
              <a:ext uri="{FF2B5EF4-FFF2-40B4-BE49-F238E27FC236}">
                <a16:creationId xmlns:a16="http://schemas.microsoft.com/office/drawing/2014/main" id="{5CBAE586-8687-4074-B3A6-3A47646FDF6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6095D37E-D04F-4F09-A0BE-A5CDE3A68F4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15 / 30</a:t>
            </a:r>
          </a:p>
        </p:txBody>
      </p:sp>
      <p:sp>
        <p:nvSpPr>
          <p:cNvPr id="5" name="">
            <a:extLst xmlns:a="http://schemas.openxmlformats.org/drawingml/2006/main">
              <a:ext uri="{FF2B5EF4-FFF2-40B4-BE49-F238E27FC236}">
                <a16:creationId xmlns:a16="http://schemas.microsoft.com/office/drawing/2014/main" id="{20C9864E-E14C-43B0-A39C-69F1803259CE}"/>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D195C7-7239-4FDB-8333-40D7703B2D4E}"/>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9A381A04-F17B-4160-8B70-38BE4A5E2FD3}"/>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3C0EA67C-9003-4624-ACFA-84D1447FC43E}"/>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633A34-2901-4899-9046-E85B4E53D413}"/>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91BA4EB6-087A-4C8C-A4CA-968EC7FC1B84}"/>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F898AE64-0949-4DA7-AFC4-230C7D1260DB}"/>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91A3EA-8CA9-4227-99F4-B700E4BB93EA}"/>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3574BD-32D5-4695-A4C1-FE535D078947}"/>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D42B5E-1E92-4F1A-BA17-A19BFB29204D}"/>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6F08FF4B-4A0B-4FA1-8E66-EE8A3677162C}"/>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690F2819-19BE-4C47-9D24-397CAB1EB3E2}"/>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3DF24B7-3A73-47EA-B612-E2087DD5E7C2}"/>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7A654FE3-0E48-4BB5-990E-E7589761927B}"/>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CA4D2EFE-CC7F-46AB-B3A0-25FC6564D1DF}"/>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58F43D-C10A-484A-AFE5-8108A242E1CA}"/>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A982BC2F-BE66-401A-B603-8B643C483531}"/>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2B60D236-B918-48D1-AEF4-F61D5B5156D0}"/>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5F505C-8083-43E6-9837-1D0D19CBF262}"/>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8792F74-880B-4FF3-A9D0-0650C47CD7C6}"/>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4F9720AD-510D-4A59-9AC4-B801EAACF7D8}"/>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1611E3A0-C685-49D3-9441-04E890037A5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10228493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7B7D11-7CC0-4B84-AE7A-D965620C50E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368C00A-61F9-402E-8FDA-E366CFD09E8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조사 Agent의 입력·도구·결과</a:t>
            </a:r>
          </a:p>
        </p:txBody>
      </p:sp>
      <p:sp>
        <p:nvSpPr>
          <p:cNvPr id="3" name="">
            <a:extLst xmlns:a="http://schemas.openxmlformats.org/drawingml/2006/main">
              <a:ext uri="{FF2B5EF4-FFF2-40B4-BE49-F238E27FC236}">
                <a16:creationId xmlns:a16="http://schemas.microsoft.com/office/drawing/2014/main" id="{345B10BA-2071-400F-94B3-C70B4DCFB63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7369E01A-3561-4915-A28C-AB12B848581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30</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8290F076-2D63-461F-A031-DA8AF7597D0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461150944"/>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F3BCC1-E412-40D1-836A-BEA35081638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EBC3B96-6EFA-41E4-9F50-D326885A70F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Qwen의 후보 비교와 Gemma의 본문 작성</a:t>
            </a:r>
          </a:p>
        </p:txBody>
      </p:sp>
      <p:sp>
        <p:nvSpPr>
          <p:cNvPr id="3" name="">
            <a:extLst xmlns:a="http://schemas.openxmlformats.org/drawingml/2006/main">
              <a:ext uri="{FF2B5EF4-FFF2-40B4-BE49-F238E27FC236}">
                <a16:creationId xmlns:a16="http://schemas.microsoft.com/office/drawing/2014/main" id="{01E71495-FBCE-44DD-88CB-C63936A87FC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4B6229E9-735C-4B1C-9325-085D86D8075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30</a:t>
            </a:r>
          </a:p>
        </p:txBody>
      </p:sp>
      <p:sp>
        <p:nvSpPr>
          <p:cNvPr id="5" name="">
            <a:extLst xmlns:a="http://schemas.openxmlformats.org/drawingml/2006/main">
              <a:ext uri="{FF2B5EF4-FFF2-40B4-BE49-F238E27FC236}">
                <a16:creationId xmlns:a16="http://schemas.microsoft.com/office/drawing/2014/main" id="{3888A223-0F8D-415B-A77F-3C317C7AB8B0}"/>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D94B42A2-C37B-4D57-8A28-32FAD9725571}"/>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56103C-4E03-4567-B1A4-118B5F24D746}"/>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E721A830-C1DC-4CB8-8BA3-C83443380B4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2831D9EC-A295-428C-9C57-16F9A7B10E6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121254-C535-4C97-9ADB-234CFABB1218}"/>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F473099A-1925-477C-9A6C-9759D5E36F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306463925"/>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80860A-FF04-408B-8505-B17B26823A0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CDB57CC-E10C-40A1-9016-8668A699C21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코드 검사와 모델 검토의 역할</a:t>
            </a:r>
          </a:p>
        </p:txBody>
      </p:sp>
      <p:sp>
        <p:nvSpPr>
          <p:cNvPr id="3" name="">
            <a:extLst xmlns:a="http://schemas.openxmlformats.org/drawingml/2006/main">
              <a:ext uri="{FF2B5EF4-FFF2-40B4-BE49-F238E27FC236}">
                <a16:creationId xmlns:a16="http://schemas.microsoft.com/office/drawing/2014/main" id="{85EC36F9-C6D5-4CA9-A760-FF4EA898AD9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8F74FF60-6BCD-4548-AFBA-2223541EBA1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30</a:t>
            </a:r>
          </a:p>
        </p:txBody>
      </p:sp>
      <p:sp>
        <p:nvSpPr>
          <p:cNvPr id="5" name="">
            <a:extLst xmlns:a="http://schemas.openxmlformats.org/drawingml/2006/main">
              <a:ext uri="{FF2B5EF4-FFF2-40B4-BE49-F238E27FC236}">
                <a16:creationId xmlns:a16="http://schemas.microsoft.com/office/drawing/2014/main" id="{F1031344-848B-4C9C-A03B-33D6358B5437}"/>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E07B29EA-E1B2-40B3-80FA-5AF7E662A0E4}"/>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267161-5617-4169-A896-1F72446F6F12}"/>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C5FEDABE-9C59-44DA-8D8F-4F2581E122DE}"/>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1467F889-252C-42FE-8DDA-7E039A674A82}"/>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48801E-45E9-447D-AE72-0B302BAA37E3}"/>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DB5FC1C9-1A19-4964-9F5C-795AF5BCB010}"/>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3AEA01-B906-4F91-9B9B-78D314CBC572}"/>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35B161D0-A63C-4A4E-A4B8-2F8F4F6C535D}"/>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A00C83BB-0599-4291-AAB2-B04A5B2E40C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1943375604"/>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B47A1B-0FD4-4063-803F-48FBA5D342C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3D53A04-152E-4DD5-9C5F-D5E4AE99559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프롬프트와 읽기 전용 도구의 결합</a:t>
            </a:r>
          </a:p>
        </p:txBody>
      </p:sp>
      <p:sp>
        <p:nvSpPr>
          <p:cNvPr id="3" name="">
            <a:extLst xmlns:a="http://schemas.openxmlformats.org/drawingml/2006/main">
              <a:ext uri="{FF2B5EF4-FFF2-40B4-BE49-F238E27FC236}">
                <a16:creationId xmlns:a16="http://schemas.microsoft.com/office/drawing/2014/main" id="{66B9CD2C-CC08-4883-969A-C9784478C2B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465747AE-20F0-4B7A-A737-A665E53A95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30</a:t>
            </a:r>
          </a:p>
        </p:txBody>
      </p:sp>
      <p:sp>
        <p:nvSpPr>
          <p:cNvPr id="5" name="">
            <a:extLst xmlns:a="http://schemas.openxmlformats.org/drawingml/2006/main">
              <a:ext uri="{FF2B5EF4-FFF2-40B4-BE49-F238E27FC236}">
                <a16:creationId xmlns:a16="http://schemas.microsoft.com/office/drawing/2014/main" id="{2559C1E7-AFC5-4831-A914-B9DACC1CD5D1}"/>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3B5E30-0422-4022-B09D-B52DB04F633D}"/>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04E1A912-31A2-4F4E-85F3-D1C833C1DE5E}"/>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E052DBA8-5834-4E79-B73F-47C246C999CC}"/>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74EB29-BB01-4CD8-AFBF-D9476F456046}"/>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CC1F5E75-B954-45D3-9B2C-8F680D0727D8}"/>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5EB27D4C-D783-489E-A38F-67F3F6E8EE96}"/>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E98775-D886-46A0-948B-56BF4BD0FC0C}"/>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103EF15E-3F86-4BBB-86A4-A86FFEDD76E6}"/>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BDC72FE9-E720-4F3F-8FC5-5B352C96FD17}"/>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59E02B-2E5F-4548-9213-1DDA41D84C70}"/>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CCFC24F2-B48F-4AE3-AD3C-77BEAB9CC0F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729276565"/>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826634-23C6-481B-87CB-50503368A86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6D82C57-93AD-4E59-B928-EEB26F1F11C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로컬 모델 우선 라우팅과 비용 관리</a:t>
            </a:r>
          </a:p>
        </p:txBody>
      </p:sp>
      <p:sp>
        <p:nvSpPr>
          <p:cNvPr id="3" name="">
            <a:extLst xmlns:a="http://schemas.openxmlformats.org/drawingml/2006/main">
              <a:ext uri="{FF2B5EF4-FFF2-40B4-BE49-F238E27FC236}">
                <a16:creationId xmlns:a16="http://schemas.microsoft.com/office/drawing/2014/main" id="{2A06DD08-40C4-4C3A-BE36-FDF68D24F50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32E7D798-A6BD-444C-83E6-DFBF4818166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30</a:t>
            </a:r>
          </a:p>
        </p:txBody>
      </p:sp>
      <p:sp>
        <p:nvSpPr>
          <p:cNvPr id="5" name="">
            <a:extLst xmlns:a="http://schemas.openxmlformats.org/drawingml/2006/main">
              <a:ext uri="{FF2B5EF4-FFF2-40B4-BE49-F238E27FC236}">
                <a16:creationId xmlns:a16="http://schemas.microsoft.com/office/drawing/2014/main" id="{DBA04CBB-27DB-4363-858C-5005C4F35E83}"/>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F9B5F06E-6C99-41B5-AFC1-02463C6D4A7B}"/>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D85C427C-3466-4033-9B24-FAABB96992B8}"/>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0788FA1E-C151-481B-94AF-8A1B198D59F5}"/>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707776D3-4E81-432B-9D93-4AC7024132EA}"/>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76BCAD85-8533-4F97-B8EC-5CFFFDB21FC8}"/>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C8070DDC-32DF-401F-B9F3-1E1364B344DC}"/>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58AF9B00-C0F1-41E8-B191-E11F2F2C87D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760979179"/>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835AA6-C67B-4D8C-B7DD-2220495C49B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CDBC9F3-8CFA-4D05-BFBB-64A771145F0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ML 기준 전망과 계획 KPI의 계산</a:t>
            </a:r>
          </a:p>
        </p:txBody>
      </p:sp>
      <p:sp>
        <p:nvSpPr>
          <p:cNvPr id="3" name="">
            <a:extLst xmlns:a="http://schemas.openxmlformats.org/drawingml/2006/main">
              <a:ext uri="{FF2B5EF4-FFF2-40B4-BE49-F238E27FC236}">
                <a16:creationId xmlns:a16="http://schemas.microsoft.com/office/drawing/2014/main" id="{65D3BE00-9FCC-4AA5-BAA1-7EAD79CFD85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9287CCAE-557E-48D9-AD08-EE6BCDADE1A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30</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AEDDE597-1AA0-451D-A2D0-5A6AA6CC65AF}"/>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8B0757E2-33FE-4330-BF43-ADE8F1408BB2}"/>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12A2C943-1C20-4ABA-90DA-43FF2EB8C4F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530867897"/>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601E99-C42D-478C-A0DF-A52B8182812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01AAD4C-B6A5-4358-B3D1-B858E36F7DF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견적 예시의 규모와 금액 산식</a:t>
            </a:r>
          </a:p>
        </p:txBody>
      </p:sp>
      <p:sp>
        <p:nvSpPr>
          <p:cNvPr id="3" name="">
            <a:extLst xmlns:a="http://schemas.openxmlformats.org/drawingml/2006/main">
              <a:ext uri="{FF2B5EF4-FFF2-40B4-BE49-F238E27FC236}">
                <a16:creationId xmlns:a16="http://schemas.microsoft.com/office/drawing/2014/main" id="{FDB2B136-B4D2-460E-9FDD-2FBEF58FC61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D2EA5135-325F-407B-A183-6423281252E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30</a:t>
            </a:r>
          </a:p>
        </p:txBody>
      </p:sp>
      <p:sp>
        <p:nvSpPr>
          <p:cNvPr id="5" name="">
            <a:extLst xmlns:a="http://schemas.openxmlformats.org/drawingml/2006/main">
              <a:ext uri="{FF2B5EF4-FFF2-40B4-BE49-F238E27FC236}">
                <a16:creationId xmlns:a16="http://schemas.microsoft.com/office/drawing/2014/main" id="{13A05F45-3B76-461A-AA78-072A3544BAFE}"/>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22589668-C114-4AD2-B4DD-759F4EAE8C88}"/>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00D7FA15-9568-4CD1-B4B9-23FEF8F87B9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775247166"/>
      </p:ext>
    </p:extLst>
  </p:cSld>
</p:sld>
</file>

<file path=ppt/slides/slide2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254E39-85C8-4C68-9541-144E9BF58F1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8F53BD0-0A3E-40F4-9DC1-930E415B266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성동구 기획안의 근거와 적용 예시</a:t>
            </a:r>
          </a:p>
        </p:txBody>
      </p:sp>
      <p:sp>
        <p:nvSpPr>
          <p:cNvPr id="3" name="">
            <a:extLst xmlns:a="http://schemas.openxmlformats.org/drawingml/2006/main">
              <a:ext uri="{FF2B5EF4-FFF2-40B4-BE49-F238E27FC236}">
                <a16:creationId xmlns:a16="http://schemas.microsoft.com/office/drawing/2014/main" id="{A50A7894-9D71-48BA-AE06-909630D5642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27136A93-265A-4076-8183-9149FB5C062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23 / 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9a2bf6dd6d4245"/>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F5A819-99B5-4D3F-88B1-4F361E505976}"/>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976AE597-4796-4E7E-B424-B696BA55EDB0}"/>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F60D2B49-DD80-48D2-AAE2-7BFBAF111096}"/>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7CF11CA4-D605-420E-A017-226282D87A82}"/>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3EC5D99C-28AF-462D-921A-A4DB557946C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1760708787"/>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FF78C1-4A03-4C29-AED5-989F8FBD29B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5745444-A0A9-4B45-971F-6BC61D50471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같은 보고서 데이터로 만드는 PPTX와 Word</a:t>
            </a:r>
          </a:p>
        </p:txBody>
      </p:sp>
      <p:sp>
        <p:nvSpPr>
          <p:cNvPr id="3" name="">
            <a:extLst xmlns:a="http://schemas.openxmlformats.org/drawingml/2006/main">
              <a:ext uri="{FF2B5EF4-FFF2-40B4-BE49-F238E27FC236}">
                <a16:creationId xmlns:a16="http://schemas.microsoft.com/office/drawing/2014/main" id="{2C8D0DCA-9C18-43D0-BFEF-7CB53122E94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CA0586FC-7452-4D13-AE58-FC43F7A6BA5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25c84685a6a4e21"/>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c2d357777d4f6c"/>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5E021AD-0E73-4590-9B08-A8BEC18B8FB2}"/>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24F6ADCE-DC9D-4B26-AA1D-2E44B6237E5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0262673"/>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928F20-A0DE-4DD8-82E2-5287226E078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BF92C05-64A4-4C94-A3D5-1E023D18C88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챗봇은 현재 기획안의 조정을 지원합니다</a:t>
            </a:r>
          </a:p>
        </p:txBody>
      </p:sp>
      <p:sp>
        <p:nvSpPr>
          <p:cNvPr id="3" name="">
            <a:extLst xmlns:a="http://schemas.openxmlformats.org/drawingml/2006/main">
              <a:ext uri="{FF2B5EF4-FFF2-40B4-BE49-F238E27FC236}">
                <a16:creationId xmlns:a16="http://schemas.microsoft.com/office/drawing/2014/main" id="{996F697B-2682-44BC-9569-CCC29C75B92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27F7F0AE-467F-4FF2-BCE3-C7D0B1EBDA3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30</a:t>
            </a:r>
          </a:p>
        </p:txBody>
      </p:sp>
      <p:sp>
        <p:nvSpPr>
          <p:cNvPr id="5" name="">
            <a:extLst xmlns:a="http://schemas.openxmlformats.org/drawingml/2006/main">
              <a:ext uri="{FF2B5EF4-FFF2-40B4-BE49-F238E27FC236}">
                <a16:creationId xmlns:a16="http://schemas.microsoft.com/office/drawing/2014/main" id="{0F7D5E35-CD7F-49B4-856E-CB5DD8419387}"/>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B9476EF6-78C2-48C0-8CC4-8C2A901DC791}"/>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B577CB-9020-4E4A-9D82-6D4327B4EA8C}"/>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37C96447-95E7-40B1-B92E-8EBC34696D91}"/>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731DA84D-7175-42F8-87D6-49BB410FC1C6}"/>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B77549-389E-405E-9D64-8688C9D46629}"/>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15B15D65-C7D7-40E4-B492-C7E58380B9CD}"/>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48306E-9863-48D4-A8B3-EDB2071E9B05}"/>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D8B663FE-0879-4286-9270-B016B8C2B075}"/>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5873C75C-DE74-4F84-87B9-E95999C21FC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2067257907"/>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D0D687-1AD8-4FB8-846D-F79E7968869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D33EB62-91D2-4A95-877D-DDD60D5686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실제 오류를 바탕으로 보완한 부분</a:t>
            </a:r>
          </a:p>
        </p:txBody>
      </p:sp>
      <p:sp>
        <p:nvSpPr>
          <p:cNvPr id="3" name="">
            <a:extLst xmlns:a="http://schemas.openxmlformats.org/drawingml/2006/main">
              <a:ext uri="{FF2B5EF4-FFF2-40B4-BE49-F238E27FC236}">
                <a16:creationId xmlns:a16="http://schemas.microsoft.com/office/drawing/2014/main" id="{E5095017-EC98-4AC8-A764-4FEC5C27857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363AFB96-D0E8-4008-9DC9-71876E3EB01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30</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FED7D7B3-792C-43E5-8392-1FFCDF193C9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881319564"/>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B2F4D7-A4B3-4211-B3F7-41D3983F81B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3AC61E2-F120-4661-9E34-0B7EC164A27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개발 실행과 운영 보안</a:t>
            </a:r>
          </a:p>
        </p:txBody>
      </p:sp>
      <p:sp>
        <p:nvSpPr>
          <p:cNvPr id="3" name="">
            <a:extLst xmlns:a="http://schemas.openxmlformats.org/drawingml/2006/main">
              <a:ext uri="{FF2B5EF4-FFF2-40B4-BE49-F238E27FC236}">
                <a16:creationId xmlns:a16="http://schemas.microsoft.com/office/drawing/2014/main" id="{027C937A-A2C8-4121-ACF9-B6E117C73AD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7C72F20E-C238-4279-83F5-2F4FF977ABF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30</a:t>
            </a:r>
          </a:p>
        </p:txBody>
      </p:sp>
      <p:sp>
        <p:nvSpPr>
          <p:cNvPr id="5" name="">
            <a:extLst xmlns:a="http://schemas.openxmlformats.org/drawingml/2006/main">
              <a:ext uri="{FF2B5EF4-FFF2-40B4-BE49-F238E27FC236}">
                <a16:creationId xmlns:a16="http://schemas.microsoft.com/office/drawing/2014/main" id="{6B93D7ED-E048-4D84-B9B6-3579F94851E5}"/>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8BEFFF00-B3FD-4F24-B982-11A6216502DD}"/>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E6B50BE-0950-42D6-BF2A-2E16A2719D9C}"/>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6CF50929-AF57-445F-BA35-05900BCC082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810277FD-D2DE-4406-8EC6-36A3CCE37D8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5D1EA15-6624-4D9F-B817-5668A17F222E}"/>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6D124D73-C6D8-4E1F-ADB3-E8ECD6033DF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1239702540"/>
      </p:ext>
    </p:extLst>
  </p:cSld>
</p:sld>
</file>

<file path=ppt/slides/slide2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EFF8FA-C0CB-4F3D-A218-D6599941119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D82F0CD-A018-401A-9BD6-170C75A4AFE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구현 결과와 팀의 설명 자료</a:t>
            </a:r>
          </a:p>
        </p:txBody>
      </p:sp>
      <p:sp>
        <p:nvSpPr>
          <p:cNvPr id="3" name="">
            <a:extLst xmlns:a="http://schemas.openxmlformats.org/drawingml/2006/main">
              <a:ext uri="{FF2B5EF4-FFF2-40B4-BE49-F238E27FC236}">
                <a16:creationId xmlns:a16="http://schemas.microsoft.com/office/drawing/2014/main" id="{70FE5FD0-1A04-43F9-A247-6728D3FC360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9234C267-D334-4091-A0F4-6AC5EB9B16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28 / 30</a:t>
            </a:r>
          </a:p>
        </p:txBody>
      </p:sp>
      <p:sp>
        <p:nvSpPr>
          <p:cNvPr id="5" name="">
            <a:extLst xmlns:a="http://schemas.openxmlformats.org/drawingml/2006/main">
              <a:ext uri="{FF2B5EF4-FFF2-40B4-BE49-F238E27FC236}">
                <a16:creationId xmlns:a16="http://schemas.microsoft.com/office/drawing/2014/main" id="{38AC6298-9812-43C9-AAE1-0AA4877A82A7}"/>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1ECB80DA-35B2-4141-B0EF-85FC642056B2}"/>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21E466BA-54C0-4E4F-8C1B-BFAE7CFA3EB3}"/>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433BF5DF-67A1-4BE5-8E27-E12DE2CF5A59}"/>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68EF5632-4E69-4388-A3A4-2D8B501E6E02}"/>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394CFA6B-47E7-44D0-8203-7A0C9FE6A5BE}"/>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B255D2E0-E14A-4ED6-907B-056766F3F42D}"/>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53D169-EB08-4916-923C-31326B47E02D}"/>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72B77C76-8BD3-4DAD-89E5-FFCEEA7315A1}"/>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1045AD74-6168-496D-914C-45C800F7D053}"/>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1AFCE970-B630-402F-8B7D-7CACEF2E44FC}"/>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19453684"/>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B95587-8044-4342-8A61-A5BE1FCD77C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EE3A8E0-B101-4CF2-AA0D-5CEB6F18643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다음 단계의 검증과 개발 계획</a:t>
            </a:r>
          </a:p>
        </p:txBody>
      </p:sp>
      <p:sp>
        <p:nvSpPr>
          <p:cNvPr id="3" name="">
            <a:extLst xmlns:a="http://schemas.openxmlformats.org/drawingml/2006/main">
              <a:ext uri="{FF2B5EF4-FFF2-40B4-BE49-F238E27FC236}">
                <a16:creationId xmlns:a16="http://schemas.microsoft.com/office/drawing/2014/main" id="{4847DDED-6A0D-45F3-A46B-1F51126AF9D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A2D3D391-AA15-4505-9125-CDBD1E2C32D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30</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33C9189-4EB0-4157-B532-CEB88C850E8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919752687"/>
      </p:ext>
    </p:extLst>
  </p:cSld>
</p:sld>
</file>

<file path=ppt/slides/slide3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F25157-A7A7-4F5A-9F1A-2EE3049ACE2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21124A7-E872-444E-AD46-BEF5E915BBC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시연과 질의응답</a:t>
            </a:r>
          </a:p>
        </p:txBody>
      </p:sp>
      <p:sp>
        <p:nvSpPr>
          <p:cNvPr id="3" name="">
            <a:extLst xmlns:a="http://schemas.openxmlformats.org/drawingml/2006/main">
              <a:ext uri="{FF2B5EF4-FFF2-40B4-BE49-F238E27FC236}">
                <a16:creationId xmlns:a16="http://schemas.microsoft.com/office/drawing/2014/main" id="{2853BC13-683B-479D-93B5-0AC3E2A7242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06  DEMO</a:t>
            </a:r>
          </a:p>
        </p:txBody>
      </p:sp>
      <p:sp>
        <p:nvSpPr>
          <p:cNvPr id="4" name="">
            <a:extLst xmlns:a="http://schemas.openxmlformats.org/drawingml/2006/main">
              <a:ext uri="{FF2B5EF4-FFF2-40B4-BE49-F238E27FC236}">
                <a16:creationId xmlns:a16="http://schemas.microsoft.com/office/drawing/2014/main" id="{C78A62A7-501A-4F69-AAFB-97FFBFE201E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30 / 30</a:t>
            </a:r>
          </a:p>
        </p:txBody>
      </p:sp>
      <p:sp>
        <p:nvSpPr>
          <p:cNvPr id="5" name="">
            <a:extLst xmlns:a="http://schemas.openxmlformats.org/drawingml/2006/main">
              <a:ext uri="{FF2B5EF4-FFF2-40B4-BE49-F238E27FC236}">
                <a16:creationId xmlns:a16="http://schemas.microsoft.com/office/drawing/2014/main" id="{4E58A8C6-E030-43FE-A2AD-060BFD25FCAE}"/>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1FB182E5-A60A-4B76-8A06-52145F72FEFB}"/>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0C352314-66EB-4E00-A19B-E5CB4A866819}"/>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DE333536-95DA-4B6D-A6BD-28A45E0FF398}"/>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147D0C1D-68AC-466D-8698-5E4B329F6D4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853346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2026-09-10T13:06:31.3830000Z</dcterms:created>
  <dcterms:modified xsi:type="dcterms:W3CDTF">2026-09-10T13:06:31.3830000Z</dcterms:modified>
</coreProperties>
</file>