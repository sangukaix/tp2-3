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gif" ContentType="image/gif"/>
</Types>
</file>

<file path=_rels/.rels>&#65279;<?xml version="1.0" encoding="utf-8"?><Relationships xmlns="http://schemas.openxmlformats.org/package/2006/relationships"><Relationship Type="http://schemas.openxmlformats.org/package/2006/relationships/metadata/core-properties" Target="/docProps/core.xml" Id="R8413c742be9842cd" /><Relationship Type="http://schemas.openxmlformats.org/officeDocument/2006/relationships/extended-properties" Target="/docProps/app.xml" Id="Rdc0cedde3283410f" /><Relationship Type="http://schemas.openxmlformats.org/officeDocument/2006/relationships/officeDocument" Target="/ppt/presentation.xml" Id="R8c571a1df7f84df5" /></Relationships>
</file>

<file path=ppt/presentation.xml><?xml version="1.0" encoding="utf-8"?>
<p:presentation xmlns:p="http://schemas.openxmlformats.org/presentationml/2006/main">
  <p:sldMasterIdLst>
    <p:sldMasterId xmlns:r="http://schemas.openxmlformats.org/officeDocument/2006/relationships" id="2147483648" r:id="Rf9a0bda452344b38"/>
  </p:sldMasterIdLst>
  <p:notesMasterIdLst>
    <p:notesMasterId xmlns:r="http://schemas.openxmlformats.org/officeDocument/2006/relationships" r:id="R5bfc330e4952420b"/>
  </p:notesMasterIdLst>
  <p:sldIdLst>
    <p:sldId xmlns:r="http://schemas.openxmlformats.org/officeDocument/2006/relationships" id="256" r:id="R50e0214fa5974004"/>
    <p:sldId xmlns:r="http://schemas.openxmlformats.org/officeDocument/2006/relationships" id="257" r:id="R32a9f9fff07044a5"/>
    <p:sldId xmlns:r="http://schemas.openxmlformats.org/officeDocument/2006/relationships" id="258" r:id="R7da62e31f7cd469e"/>
    <p:sldId xmlns:r="http://schemas.openxmlformats.org/officeDocument/2006/relationships" id="259" r:id="R264ae951eb284d1e"/>
    <p:sldId xmlns:r="http://schemas.openxmlformats.org/officeDocument/2006/relationships" id="260" r:id="R5adf2a276428419d"/>
    <p:sldId xmlns:r="http://schemas.openxmlformats.org/officeDocument/2006/relationships" id="261" r:id="Raa7b7af3a5f344ca"/>
    <p:sldId xmlns:r="http://schemas.openxmlformats.org/officeDocument/2006/relationships" id="262" r:id="R25f66d0c79654cc1"/>
    <p:sldId xmlns:r="http://schemas.openxmlformats.org/officeDocument/2006/relationships" id="263" r:id="R1710dd020b6644ce"/>
    <p:sldId xmlns:r="http://schemas.openxmlformats.org/officeDocument/2006/relationships" id="264" r:id="R38fbffe720964cc4"/>
    <p:sldId xmlns:r="http://schemas.openxmlformats.org/officeDocument/2006/relationships" id="265" r:id="Rc473169e998d4eeb"/>
    <p:sldId xmlns:r="http://schemas.openxmlformats.org/officeDocument/2006/relationships" id="266" r:id="Rba821d2f649e41e4"/>
    <p:sldId xmlns:r="http://schemas.openxmlformats.org/officeDocument/2006/relationships" id="267" r:id="R1aa1904224894d1c"/>
    <p:sldId xmlns:r="http://schemas.openxmlformats.org/officeDocument/2006/relationships" id="268" r:id="R9f1f8bb000d6451e"/>
    <p:sldId xmlns:r="http://schemas.openxmlformats.org/officeDocument/2006/relationships" id="269" r:id="Re013351921e54e50"/>
    <p:sldId xmlns:r="http://schemas.openxmlformats.org/officeDocument/2006/relationships" id="270" r:id="R8a261506dca64e40"/>
    <p:sldId xmlns:r="http://schemas.openxmlformats.org/officeDocument/2006/relationships" id="271" r:id="R326779ca11dd41dc"/>
    <p:sldId xmlns:r="http://schemas.openxmlformats.org/officeDocument/2006/relationships" id="272" r:id="R81d4b03c0585457c"/>
    <p:sldId xmlns:r="http://schemas.openxmlformats.org/officeDocument/2006/relationships" id="273" r:id="Rb2f1f99e837d4abb"/>
    <p:sldId xmlns:r="http://schemas.openxmlformats.org/officeDocument/2006/relationships" id="274" r:id="R2edee18052b64392"/>
    <p:sldId xmlns:r="http://schemas.openxmlformats.org/officeDocument/2006/relationships" id="275" r:id="Rd9def8277523451f"/>
    <p:sldId xmlns:r="http://schemas.openxmlformats.org/officeDocument/2006/relationships" id="276" r:id="R3832d5d7fe8e43e9"/>
    <p:sldId xmlns:r="http://schemas.openxmlformats.org/officeDocument/2006/relationships" id="277" r:id="R1eea01f7bef74654"/>
    <p:sldId xmlns:r="http://schemas.openxmlformats.org/officeDocument/2006/relationships" id="278" r:id="Rdea7d587c26f4fa5"/>
    <p:sldId xmlns:r="http://schemas.openxmlformats.org/officeDocument/2006/relationships" id="279" r:id="Rc3f930c4028744ab"/>
    <p:sldId xmlns:r="http://schemas.openxmlformats.org/officeDocument/2006/relationships" id="280" r:id="Rab8f30f549b74ad8"/>
    <p:sldId xmlns:r="http://schemas.openxmlformats.org/officeDocument/2006/relationships" id="281" r:id="Race93162db1f44d9"/>
    <p:sldId xmlns:r="http://schemas.openxmlformats.org/officeDocument/2006/relationships" id="282" r:id="R461812983f6045b4"/>
    <p:sldId xmlns:r="http://schemas.openxmlformats.org/officeDocument/2006/relationships" id="283" r:id="R5df661492a5d4672"/>
    <p:sldId xmlns:r="http://schemas.openxmlformats.org/officeDocument/2006/relationships" id="284" r:id="R4f82094759f345f1"/>
    <p:sldId xmlns:r="http://schemas.openxmlformats.org/officeDocument/2006/relationships" id="285" r:id="Rfd7e2b6be6324229"/>
    <p:sldId xmlns:r="http://schemas.openxmlformats.org/officeDocument/2006/relationships" id="286" r:id="R4eb1c178141d4610"/>
    <p:sldId xmlns:r="http://schemas.openxmlformats.org/officeDocument/2006/relationships" id="287" r:id="R707f5d74c2bc40c5"/>
    <p:sldId xmlns:r="http://schemas.openxmlformats.org/officeDocument/2006/relationships" id="288" r:id="R24aae44f8d5340e3"/>
    <p:sldId xmlns:r="http://schemas.openxmlformats.org/officeDocument/2006/relationships" id="289" r:id="Rcb0ab25d54c040e1"/>
    <p:sldId xmlns:r="http://schemas.openxmlformats.org/officeDocument/2006/relationships" id="290" r:id="R9c274afc4933451e"/>
    <p:sldId xmlns:r="http://schemas.openxmlformats.org/officeDocument/2006/relationships" id="291" r:id="R543ec5ff036b4efe"/>
    <p:sldId xmlns:r="http://schemas.openxmlformats.org/officeDocument/2006/relationships" id="292" r:id="R16de5d6b4d3145cd"/>
    <p:sldId xmlns:r="http://schemas.openxmlformats.org/officeDocument/2006/relationships" id="293" r:id="R7ffb19a3cd564e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28ecd6037943f6" /><Relationship Type="http://schemas.openxmlformats.org/officeDocument/2006/relationships/slideMaster" Target="/ppt/slideMasters/slideMaster1.xml" Id="Rf9a0bda452344b38" /><Relationship Type="http://schemas.openxmlformats.org/officeDocument/2006/relationships/notesMaster" Target="/ppt/notesMasters/notesMaster1.xml" Id="R5bfc330e4952420b" /><Relationship Type="http://schemas.openxmlformats.org/officeDocument/2006/relationships/presProps" Target="/ppt/presProps.xml" Id="R985cd04fd3924d92" /><Relationship Type="http://schemas.openxmlformats.org/officeDocument/2006/relationships/tableStyles" Target="/ppt/tableStyles.xml" Id="R314b4a4255664124" /><Relationship Type="http://schemas.openxmlformats.org/officeDocument/2006/relationships/slide" Target="/ppt/slides/slide1.xml" Id="R50e0214fa5974004" /><Relationship Type="http://schemas.openxmlformats.org/officeDocument/2006/relationships/slide" Target="/ppt/slides/slide2.xml" Id="R32a9f9fff07044a5" /><Relationship Type="http://schemas.openxmlformats.org/officeDocument/2006/relationships/slide" Target="/ppt/slides/slide3.xml" Id="R7da62e31f7cd469e" /><Relationship Type="http://schemas.openxmlformats.org/officeDocument/2006/relationships/slide" Target="/ppt/slides/slide4.xml" Id="R264ae951eb284d1e" /><Relationship Type="http://schemas.openxmlformats.org/officeDocument/2006/relationships/slide" Target="/ppt/slides/slide5.xml" Id="R5adf2a276428419d" /><Relationship Type="http://schemas.openxmlformats.org/officeDocument/2006/relationships/slide" Target="/ppt/slides/slide6.xml" Id="Raa7b7af3a5f344ca" /><Relationship Type="http://schemas.openxmlformats.org/officeDocument/2006/relationships/slide" Target="/ppt/slides/slide7.xml" Id="R25f66d0c79654cc1" /><Relationship Type="http://schemas.openxmlformats.org/officeDocument/2006/relationships/slide" Target="/ppt/slides/slide8.xml" Id="R1710dd020b6644ce" /><Relationship Type="http://schemas.openxmlformats.org/officeDocument/2006/relationships/slide" Target="/ppt/slides/slide9.xml" Id="R38fbffe720964cc4" /><Relationship Type="http://schemas.openxmlformats.org/officeDocument/2006/relationships/slide" Target="/ppt/slides/slide10.xml" Id="Rc473169e998d4eeb" /><Relationship Type="http://schemas.openxmlformats.org/officeDocument/2006/relationships/slide" Target="/ppt/slides/slide11.xml" Id="Rba821d2f649e41e4" /><Relationship Type="http://schemas.openxmlformats.org/officeDocument/2006/relationships/slide" Target="/ppt/slides/slide12.xml" Id="R1aa1904224894d1c" /><Relationship Type="http://schemas.openxmlformats.org/officeDocument/2006/relationships/slide" Target="/ppt/slides/slide13.xml" Id="R9f1f8bb000d6451e" /><Relationship Type="http://schemas.openxmlformats.org/officeDocument/2006/relationships/slide" Target="/ppt/slides/slide14.xml" Id="Re013351921e54e50" /><Relationship Type="http://schemas.openxmlformats.org/officeDocument/2006/relationships/slide" Target="/ppt/slides/slide15.xml" Id="R8a261506dca64e40" /><Relationship Type="http://schemas.openxmlformats.org/officeDocument/2006/relationships/slide" Target="/ppt/slides/slide16.xml" Id="R326779ca11dd41dc" /><Relationship Type="http://schemas.openxmlformats.org/officeDocument/2006/relationships/slide" Target="/ppt/slides/slide17.xml" Id="R81d4b03c0585457c" /><Relationship Type="http://schemas.openxmlformats.org/officeDocument/2006/relationships/slide" Target="/ppt/slides/slide18.xml" Id="Rb2f1f99e837d4abb" /><Relationship Type="http://schemas.openxmlformats.org/officeDocument/2006/relationships/slide" Target="/ppt/slides/slide19.xml" Id="R2edee18052b64392" /><Relationship Type="http://schemas.openxmlformats.org/officeDocument/2006/relationships/slide" Target="/ppt/slides/slide20.xml" Id="Rd9def8277523451f" /><Relationship Type="http://schemas.openxmlformats.org/officeDocument/2006/relationships/slide" Target="/ppt/slides/slide21.xml" Id="R3832d5d7fe8e43e9" /><Relationship Type="http://schemas.openxmlformats.org/officeDocument/2006/relationships/slide" Target="/ppt/slides/slide22.xml" Id="R1eea01f7bef74654" /><Relationship Type="http://schemas.openxmlformats.org/officeDocument/2006/relationships/slide" Target="/ppt/slides/slide23.xml" Id="Rdea7d587c26f4fa5" /><Relationship Type="http://schemas.openxmlformats.org/officeDocument/2006/relationships/slide" Target="/ppt/slides/slide24.xml" Id="Rc3f930c4028744ab" /><Relationship Type="http://schemas.openxmlformats.org/officeDocument/2006/relationships/slide" Target="/ppt/slides/slide25.xml" Id="Rab8f30f549b74ad8" /><Relationship Type="http://schemas.openxmlformats.org/officeDocument/2006/relationships/slide" Target="/ppt/slides/slide26.xml" Id="Race93162db1f44d9" /><Relationship Type="http://schemas.openxmlformats.org/officeDocument/2006/relationships/slide" Target="/ppt/slides/slide27.xml" Id="R461812983f6045b4" /><Relationship Type="http://schemas.openxmlformats.org/officeDocument/2006/relationships/slide" Target="/ppt/slides/slide28.xml" Id="R5df661492a5d4672" /><Relationship Type="http://schemas.openxmlformats.org/officeDocument/2006/relationships/slide" Target="/ppt/slides/slide29.xml" Id="R4f82094759f345f1" /><Relationship Type="http://schemas.openxmlformats.org/officeDocument/2006/relationships/slide" Target="/ppt/slides/slide30.xml" Id="Rfd7e2b6be6324229" /><Relationship Type="http://schemas.openxmlformats.org/officeDocument/2006/relationships/slide" Target="/ppt/slides/slide31.xml" Id="R4eb1c178141d4610" /><Relationship Type="http://schemas.openxmlformats.org/officeDocument/2006/relationships/slide" Target="/ppt/slides/slide32.xml" Id="R707f5d74c2bc40c5" /><Relationship Type="http://schemas.openxmlformats.org/officeDocument/2006/relationships/slide" Target="/ppt/slides/slide33.xml" Id="R24aae44f8d5340e3" /><Relationship Type="http://schemas.openxmlformats.org/officeDocument/2006/relationships/slide" Target="/ppt/slides/slide34.xml" Id="Rcb0ab25d54c040e1" /><Relationship Type="http://schemas.openxmlformats.org/officeDocument/2006/relationships/slide" Target="/ppt/slides/slide35.xml" Id="R9c274afc4933451e" /><Relationship Type="http://schemas.openxmlformats.org/officeDocument/2006/relationships/slide" Target="/ppt/slides/slide36.xml" Id="R543ec5ff036b4efe" /><Relationship Type="http://schemas.openxmlformats.org/officeDocument/2006/relationships/slide" Target="/ppt/slides/slide37.xml" Id="R16de5d6b4d3145cd" /><Relationship Type="http://schemas.openxmlformats.org/officeDocument/2006/relationships/slide" Target="/ppt/slides/slide38.xml" Id="R7ffb19a3cd564e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f8462a378f45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18a40ffdc44afc" /><Relationship Type="http://schemas.openxmlformats.org/officeDocument/2006/relationships/notesMaster" Target="/ppt/notesMasters/notesMaster1.xml" Id="Rf6c23bc2785441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d55b8405fc4d6a" /><Relationship Type="http://schemas.openxmlformats.org/officeDocument/2006/relationships/notesMaster" Target="/ppt/notesMasters/notesMaster1.xml" Id="R5c2faa9127d04c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2b1b998b004454" /><Relationship Type="http://schemas.openxmlformats.org/officeDocument/2006/relationships/notesMaster" Target="/ppt/notesMasters/notesMaster1.xml" Id="R5062d8906cd748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feabaa66f64f94" /><Relationship Type="http://schemas.openxmlformats.org/officeDocument/2006/relationships/notesMaster" Target="/ppt/notesMasters/notesMaster1.xml" Id="R6072105a2d9b4d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89b82fae3406b" /><Relationship Type="http://schemas.openxmlformats.org/officeDocument/2006/relationships/notesMaster" Target="/ppt/notesMasters/notesMaster1.xml" Id="R25dd52e940784c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48db5f5c1146d3" /><Relationship Type="http://schemas.openxmlformats.org/officeDocument/2006/relationships/notesMaster" Target="/ppt/notesMasters/notesMaster1.xml" Id="R71c9352c731047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476edf22a74de2" /><Relationship Type="http://schemas.openxmlformats.org/officeDocument/2006/relationships/notesMaster" Target="/ppt/notesMasters/notesMaster1.xml" Id="R80ce35dc500341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368181d1f24fb2" /><Relationship Type="http://schemas.openxmlformats.org/officeDocument/2006/relationships/notesMaster" Target="/ppt/notesMasters/notesMaster1.xml" Id="R8afc59caa2904f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d5a050af3440c4" /><Relationship Type="http://schemas.openxmlformats.org/officeDocument/2006/relationships/notesMaster" Target="/ppt/notesMasters/notesMaster1.xml" Id="R00143282049f4c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8aa65a1d4a4124" /><Relationship Type="http://schemas.openxmlformats.org/officeDocument/2006/relationships/notesMaster" Target="/ppt/notesMasters/notesMaster1.xml" Id="Ra3f04b3d2f5f43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420e2277c84a3e" /><Relationship Type="http://schemas.openxmlformats.org/officeDocument/2006/relationships/notesMaster" Target="/ppt/notesMasters/notesMaster1.xml" Id="Rfe9397b197794b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bcb5a33ce34954" /><Relationship Type="http://schemas.openxmlformats.org/officeDocument/2006/relationships/notesMaster" Target="/ppt/notesMasters/notesMaster1.xml" Id="Rb0f32ea77e9544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d34768a1de4564" /><Relationship Type="http://schemas.openxmlformats.org/officeDocument/2006/relationships/notesMaster" Target="/ppt/notesMasters/notesMaster1.xml" Id="R94d6a0501a0149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681a3f9d314e87" /><Relationship Type="http://schemas.openxmlformats.org/officeDocument/2006/relationships/notesMaster" Target="/ppt/notesMasters/notesMaster1.xml" Id="R52e3cf0c8ceb42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dff9548f084988" /><Relationship Type="http://schemas.openxmlformats.org/officeDocument/2006/relationships/notesMaster" Target="/ppt/notesMasters/notesMaster1.xml" Id="R12b8de2b29884e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cfead6d7e3479a" /><Relationship Type="http://schemas.openxmlformats.org/officeDocument/2006/relationships/notesMaster" Target="/ppt/notesMasters/notesMaster1.xml" Id="R4f6ed367144742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8cebc6b5304dcd" /><Relationship Type="http://schemas.openxmlformats.org/officeDocument/2006/relationships/notesMaster" Target="/ppt/notesMasters/notesMaster1.xml" Id="R8c4a9ce9f78a47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7b66bfc87d4fe7" /><Relationship Type="http://schemas.openxmlformats.org/officeDocument/2006/relationships/notesMaster" Target="/ppt/notesMasters/notesMaster1.xml" Id="R71b96a44352c40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8e37b08ec4362" /><Relationship Type="http://schemas.openxmlformats.org/officeDocument/2006/relationships/notesMaster" Target="/ppt/notesMasters/notesMaster1.xml" Id="R3fde7dc128b345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b8d1d9585d4041" /><Relationship Type="http://schemas.openxmlformats.org/officeDocument/2006/relationships/notesMaster" Target="/ppt/notesMasters/notesMaster1.xml" Id="R3edd9b9bc53a47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95e904ec094c75" /><Relationship Type="http://schemas.openxmlformats.org/officeDocument/2006/relationships/notesMaster" Target="/ppt/notesMasters/notesMaster1.xml" Id="R46d13e0b4b8b40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da567b45724da2" /><Relationship Type="http://schemas.openxmlformats.org/officeDocument/2006/relationships/notesMaster" Target="/ppt/notesMasters/notesMaster1.xml" Id="R42ffacf064074cb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e4acf29cdf438b" /><Relationship Type="http://schemas.openxmlformats.org/officeDocument/2006/relationships/notesMaster" Target="/ppt/notesMasters/notesMaster1.xml" Id="R576034345d6b4f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11890f559b46a5" /><Relationship Type="http://schemas.openxmlformats.org/officeDocument/2006/relationships/notesMaster" Target="/ppt/notesMasters/notesMaster1.xml" Id="R1b92b03a4ef045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6927277b1141f6" /><Relationship Type="http://schemas.openxmlformats.org/officeDocument/2006/relationships/notesMaster" Target="/ppt/notesMasters/notesMaster1.xml" Id="Rc172686012c843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ea1ccfdaf945ba" /><Relationship Type="http://schemas.openxmlformats.org/officeDocument/2006/relationships/notesMaster" Target="/ppt/notesMasters/notesMaster1.xml" Id="R4cc461fb57fd4a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83db9f23f144d5f" /><Relationship Type="http://schemas.openxmlformats.org/officeDocument/2006/relationships/notesMaster" Target="/ppt/notesMasters/notesMaster1.xml" Id="R991bab3a9de14e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f577b927d5c4f32" /><Relationship Type="http://schemas.openxmlformats.org/officeDocument/2006/relationships/notesMaster" Target="/ppt/notesMasters/notesMaster1.xml" Id="Rf3ca9270f52240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c9ff85ef5640c5" /><Relationship Type="http://schemas.openxmlformats.org/officeDocument/2006/relationships/notesMaster" Target="/ppt/notesMasters/notesMaster1.xml" Id="R34c5ef9034db40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e686ac5c1744121" /><Relationship Type="http://schemas.openxmlformats.org/officeDocument/2006/relationships/notesMaster" Target="/ppt/notesMasters/notesMaster1.xml" Id="Red284aafd02d4d0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60a5e2d3fa64ce7" /><Relationship Type="http://schemas.openxmlformats.org/officeDocument/2006/relationships/notesMaster" Target="/ppt/notesMasters/notesMaster1.xml" Id="Ra367a95e7f8847d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cb0d6545f94add" /><Relationship Type="http://schemas.openxmlformats.org/officeDocument/2006/relationships/notesMaster" Target="/ppt/notesMasters/notesMaster1.xml" Id="R87a57b0aeb894b8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a25cef0019434f" /><Relationship Type="http://schemas.openxmlformats.org/officeDocument/2006/relationships/notesMaster" Target="/ppt/notesMasters/notesMaster1.xml" Id="R105fb86bf56d401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9db0e4e55f48c3" /><Relationship Type="http://schemas.openxmlformats.org/officeDocument/2006/relationships/notesMaster" Target="/ppt/notesMasters/notesMaster1.xml" Id="R1dcd3a35309646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981268a1a6462d" /><Relationship Type="http://schemas.openxmlformats.org/officeDocument/2006/relationships/notesMaster" Target="/ppt/notesMasters/notesMaster1.xml" Id="R3d365b6ecbc44f2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e410e44331542be" /><Relationship Type="http://schemas.openxmlformats.org/officeDocument/2006/relationships/notesMaster" Target="/ppt/notesMasters/notesMaster1.xml" Id="Rc8e722da7b7647b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78108382c33401c" /><Relationship Type="http://schemas.openxmlformats.org/officeDocument/2006/relationships/notesMaster" Target="/ppt/notesMasters/notesMaster1.xml" Id="Rdb35146aaef649e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4f53266bd0e44ce" /><Relationship Type="http://schemas.openxmlformats.org/officeDocument/2006/relationships/notesMaster" Target="/ppt/notesMasters/notesMaster1.xml" Id="Rf84ea2d0dc4a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하단에는 섹션 이름과 전체 슬라이드 번호가 있습니다. 상세 코드 질문은 각 페이지의 발표자 노트를 참고합니다.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C:/Users/Admin/mbca/TP2-3/frontend/src/components/RegionWorkspacePicker.jsx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C:/Users/Admin/mbca/TP2-3/ai_server/ml/region_registry.py</a:t>
            </a:r>
          </a:p>
          <a:p xmlns:a="http://schemas.openxmlformats.org/drawingml/2006/main">
            <a:r>
              <a:t>C:/Users/Admin/mbca/TP2-3/frontend/src/pages/TourismDashboardPage.jsx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MonthlyActualTrendChart는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C:/Users/Admin/mbca/TP2-3/ai_server/ml/planning_evidence.py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대시보드에서 선택한 지역 코드는 다음 기획 폼의 초기값으로 이어집니다. TourismPlanningPage의 guided 입력은 planning_brief로 생성 작업 API에 전달됩니다. 서버는 browser에 그려진 숫자나 스크린샷을 신뢰해 재사용하지 않고 해당 지역 원자료 snapshot과 저장 ML의 planning evidence를 요청에 맞춰 구성합니다. 실제 입력 묶음은 관측 사실, ml_analysis, planning_brief, 공식 근거로 분리됩니다. Evidence/CaseStudy가 준비한 자료를 Qwen 후보 비교와 Gemma 작성에 전달하고 코드/모델 검토를 거쳐 사용자에게 보여 줍니다. 사람은 입력과 수정·저장을 선택하고 Python은 조회·계산·허용 도구 실행을 담당합니다. 이 구분이 UI의 흐름과 AI의 내부 흐름이 연결되는 지점입니다.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C:/Users/Admin/mbca/TP2-3/ai_server/app/agents/report_orchestrator.py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4432840284c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dd49bd9d074c21" /><Relationship Type="http://schemas.openxmlformats.org/officeDocument/2006/relationships/slideLayout" Target="/ppt/slideLayouts/slideLayout1.xml" Id="Rcca2941ce56749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2941ce56749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126f3d9b30436b" /><Relationship Type="http://schemas.openxmlformats.org/officeDocument/2006/relationships/image" Target="/ppt/media/image.png" Id="R7f54b31f42c244f6" /><Relationship Type="http://schemas.openxmlformats.org/officeDocument/2006/relationships/notesSlide" Target="/ppt/notesSlides/notesSlide1.xml" Id="Re0ef9261fa8f49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c68de4ace5462a" /><Relationship Type="http://schemas.openxmlformats.org/officeDocument/2006/relationships/notesSlide" Target="/ppt/notesSlides/notesSlide2.xml" Id="R9a88e14f95084f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53e0a4be61411c" /><Relationship Type="http://schemas.openxmlformats.org/officeDocument/2006/relationships/notesSlide" Target="/ppt/notesSlides/notesSlide3.xml" Id="R5175d8ec06f946b6"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1867fcf789f4be4"/><Relationship Type="http://schemas.openxmlformats.org/officeDocument/2006/relationships/image" Target="../media/home_workflow.gif" Id="R1644b961de444953"/><Relationship Type="http://schemas.openxmlformats.org/officeDocument/2006/relationships/notesSlide" Target="/ppt/notesSlides/notesSlide4.xml" Id="Ra3ce489c48b14691"/></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a01ad772c5443c" /><Relationship Type="http://schemas.openxmlformats.org/officeDocument/2006/relationships/image" Target="/ppt/media/image3.png" Id="R1531dd594c674077" /><Relationship Type="http://schemas.openxmlformats.org/officeDocument/2006/relationships/notesSlide" Target="/ppt/notesSlides/notesSlide5.xml" Id="Rff3fd9cfe2ab48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689c2f84bd4c58" /><Relationship Type="http://schemas.openxmlformats.org/officeDocument/2006/relationships/image" Target="/ppt/media/image4.png" Id="R9e3ab7dd900c41c9" /><Relationship Type="http://schemas.openxmlformats.org/officeDocument/2006/relationships/notesSlide" Target="/ppt/notesSlides/notesSlide6.xml" Id="R4b1120a9695642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0de4454ea54b63" /><Relationship Type="http://schemas.openxmlformats.org/officeDocument/2006/relationships/image" Target="/ppt/media/image5.png" Id="R3661d75722044872" /><Relationship Type="http://schemas.openxmlformats.org/officeDocument/2006/relationships/notesSlide" Target="/ppt/notesSlides/notesSlide7.xml" Id="Rdbaefb893e9d43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71d1da97244327" /><Relationship Type="http://schemas.openxmlformats.org/officeDocument/2006/relationships/image" Target="/ppt/media/image6.png" Id="Rdfb60f94b35748ab" /><Relationship Type="http://schemas.openxmlformats.org/officeDocument/2006/relationships/notesSlide" Target="/ppt/notesSlides/notesSlide8.xml" Id="R81644cf9616249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57d2afcaaa4589" /><Relationship Type="http://schemas.openxmlformats.org/officeDocument/2006/relationships/image" Target="/ppt/media/image7.png" Id="Rb6f33bc8f6ae472b" /><Relationship Type="http://schemas.openxmlformats.org/officeDocument/2006/relationships/notesSlide" Target="/ppt/notesSlides/notesSlide9.xml" Id="R6dfe5dddde314f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c24b8cc90e450f" /><Relationship Type="http://schemas.openxmlformats.org/officeDocument/2006/relationships/image" Target="/ppt/media/image8.png" Id="R9ec9ea5b3d004f3e" /><Relationship Type="http://schemas.openxmlformats.org/officeDocument/2006/relationships/notesSlide" Target="/ppt/notesSlides/notesSlide10.xml" Id="R622978b71a16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cb07f146c64103" /><Relationship Type="http://schemas.openxmlformats.org/officeDocument/2006/relationships/notesSlide" Target="/ppt/notesSlides/notesSlide11.xml" Id="R0fd7ad677c2b48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37d31ed7744259" /><Relationship Type="http://schemas.openxmlformats.org/officeDocument/2006/relationships/notesSlide" Target="/ppt/notesSlides/notesSlide12.xml" Id="Rc9e3293e38df42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bb5d55b32c412c" /><Relationship Type="http://schemas.openxmlformats.org/officeDocument/2006/relationships/notesSlide" Target="/ppt/notesSlides/notesSlide13.xml" Id="R2b9bd69ffec24d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6f7edde4a94bc4" /><Relationship Type="http://schemas.openxmlformats.org/officeDocument/2006/relationships/notesSlide" Target="/ppt/notesSlides/notesSlide14.xml" Id="Raacc59a9c0cb40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1a1427d6e84b20" /><Relationship Type="http://schemas.openxmlformats.org/officeDocument/2006/relationships/notesSlide" Target="/ppt/notesSlides/notesSlide15.xml" Id="R87a66329986145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acc366372e407f" /><Relationship Type="http://schemas.openxmlformats.org/officeDocument/2006/relationships/notesSlide" Target="/ppt/notesSlides/notesSlide16.xml" Id="R708d6290d13849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62709adb9949f6" /><Relationship Type="http://schemas.openxmlformats.org/officeDocument/2006/relationships/notesSlide" Target="/ppt/notesSlides/notesSlide17.xml" Id="R484353507db04e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5a36bd41da4beb" /><Relationship Type="http://schemas.openxmlformats.org/officeDocument/2006/relationships/notesSlide" Target="/ppt/notesSlides/notesSlide18.xml" Id="R44d72f9d6f4847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be716add9c47c1" /><Relationship Type="http://schemas.openxmlformats.org/officeDocument/2006/relationships/chart" Target="/ppt/slides/charts/chart1.xml" Id="R38647fcfeb544bdb" /><Relationship Type="http://schemas.openxmlformats.org/officeDocument/2006/relationships/notesSlide" Target="/ppt/notesSlides/notesSlide19.xml" Id="R00ee69e458b642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28ee2ada4874a17" /><Relationship Type="http://schemas.openxmlformats.org/officeDocument/2006/relationships/notesSlide" Target="/ppt/notesSlides/notesSlide20.xml" Id="Rb5e1772a2e4346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26b25dad65414b" /><Relationship Type="http://schemas.openxmlformats.org/officeDocument/2006/relationships/notesSlide" Target="/ppt/notesSlides/notesSlide21.xml" Id="R6db48c6b668943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31394dbbbeb4f49" /><Relationship Type="http://schemas.openxmlformats.org/officeDocument/2006/relationships/notesSlide" Target="/ppt/notesSlides/notesSlide22.xml" Id="Rdedf788d588146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b8e0f68a90c48c2" /><Relationship Type="http://schemas.openxmlformats.org/officeDocument/2006/relationships/notesSlide" Target="/ppt/notesSlides/notesSlide23.xml" Id="Ra0d9653e8ebb4a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40f5abf2f44f76" /><Relationship Type="http://schemas.openxmlformats.org/officeDocument/2006/relationships/notesSlide" Target="/ppt/notesSlides/notesSlide24.xml" Id="R4c89753fa91147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3c88250f414883" /><Relationship Type="http://schemas.openxmlformats.org/officeDocument/2006/relationships/notesSlide" Target="/ppt/notesSlides/notesSlide25.xml" Id="Rc1fc44b9f605454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561c04aeed448b0" /><Relationship Type="http://schemas.openxmlformats.org/officeDocument/2006/relationships/notesSlide" Target="/ppt/notesSlides/notesSlide26.xml" Id="Ra36f534bf24b44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91b0a9002454d44" /><Relationship Type="http://schemas.openxmlformats.org/officeDocument/2006/relationships/notesSlide" Target="/ppt/notesSlides/notesSlide27.xml" Id="Rb96933683ecf442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f614060597246bb" /><Relationship Type="http://schemas.openxmlformats.org/officeDocument/2006/relationships/notesSlide" Target="/ppt/notesSlides/notesSlide28.xml" Id="R426802834cfe43d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7f20f65297c42f0" /><Relationship Type="http://schemas.openxmlformats.org/officeDocument/2006/relationships/notesSlide" Target="/ppt/notesSlides/notesSlide29.xml" Id="R70ffcedd15664fa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0297d21afcb4c50" /><Relationship Type="http://schemas.openxmlformats.org/officeDocument/2006/relationships/notesSlide" Target="/ppt/notesSlides/notesSlide30.xml" Id="R0c5a620c650a41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d66ff38fb034383" /><Relationship Type="http://schemas.openxmlformats.org/officeDocument/2006/relationships/image" Target="/ppt/media/image9.png" Id="R9524388d7dc14072" /><Relationship Type="http://schemas.openxmlformats.org/officeDocument/2006/relationships/notesSlide" Target="/ppt/notesSlides/notesSlide31.xml" Id="Ra158c922c3a048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ceff65c2a6a4a05" /><Relationship Type="http://schemas.openxmlformats.org/officeDocument/2006/relationships/image" Target="/ppt/media/image10.png" Id="Raf61149af3e3448d" /><Relationship Type="http://schemas.openxmlformats.org/officeDocument/2006/relationships/image" Target="/ppt/media/image11.png" Id="R73e1f55b784745da" /><Relationship Type="http://schemas.openxmlformats.org/officeDocument/2006/relationships/notesSlide" Target="/ppt/notesSlides/notesSlide32.xml" Id="R222d915340424c2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a33c99d21d4174" /><Relationship Type="http://schemas.openxmlformats.org/officeDocument/2006/relationships/notesSlide" Target="/ppt/notesSlides/notesSlide33.xml" Id="R34983b5ffa124dc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5b6475eb5ba4ab9" /><Relationship Type="http://schemas.openxmlformats.org/officeDocument/2006/relationships/notesSlide" Target="/ppt/notesSlides/notesSlide34.xml" Id="R422c4f9b32324d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7a2bdef8cdc45fe" /><Relationship Type="http://schemas.openxmlformats.org/officeDocument/2006/relationships/notesSlide" Target="/ppt/notesSlides/notesSlide35.xml" Id="R55c288fbd47341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79067f544ec4ad7" /><Relationship Type="http://schemas.openxmlformats.org/officeDocument/2006/relationships/notesSlide" Target="/ppt/notesSlides/notesSlide36.xml" Id="R9930bb31c1f9472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b3d69cf16494d8d" /><Relationship Type="http://schemas.openxmlformats.org/officeDocument/2006/relationships/notesSlide" Target="/ppt/notesSlides/notesSlide37.xml" Id="Rb027c385948146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9e793e9996946a1" /><Relationship Type="http://schemas.openxmlformats.org/officeDocument/2006/relationships/notesSlide" Target="/ppt/notesSlides/notesSlide38.xml" Id="R3020f9acc3234f21" /></Relationships>
</file>

<file path=ppt/slides/charts/chart1.xml><?xml version="1.0" encoding="utf-8"?>
<c:chartSpace xmlns:c="http://schemas.openxmlformats.org/drawingml/2006/chart">
  <c:lang val="en-US"/>
  <c:chart>
    <c:plotArea>
      <c:barChart>
        <c:barDir val="col"/>
        <c:grouping val="clustered"/>
        <c:varyColors val="0"/>
        <c:ser>
          <c:idx val="0"/>
          <c:order val="0"/>
          <c:tx>
            <c:v>선택 모델</c:v>
          </c:tx>
          <c:spPr>
            <a:solidFill xmlns:a="http://schemas.openxmlformats.org/drawingml/2006/main">
              <a:srgbClr val="167D85"/>
            </a:solidFill>
          </c:spPr>
          <c:cat>
            <c:strLit>
              <c:ptCount val="2"/>
              <c:pt idx="0">
                <c:v>강남구</c:v>
              </c:pt>
              <c:pt idx="1">
                <c:v>원주시</c:v>
              </c:pt>
            </c:strLit>
          </c:cat>
          <c:val>
            <c:numLit>
              <c:formatCode>0.0"%"</c:formatCode>
              <c:ptCount val="2"/>
              <c:pt idx="0">
                <c:v>3.05</c:v>
              </c:pt>
              <c:pt idx="1">
                <c:v>4.37</c:v>
              </c:pt>
            </c:numLit>
          </c:val>
        </c:ser>
        <c:ser>
          <c:idx val="1"/>
          <c:order val="1"/>
          <c:tx>
            <c:v>전년 동월 기준</c:v>
          </c:tx>
          <c:spPr>
            <a:solidFill xmlns:a="http://schemas.openxmlformats.org/drawingml/2006/main">
              <a:srgbClr val="A9C2BC"/>
            </a:solidFill>
          </c:spPr>
          <c:cat>
            <c:strLit>
              <c:ptCount val="2"/>
              <c:pt idx="0">
                <c:v>강남구</c:v>
              </c:pt>
              <c:pt idx="1">
                <c:v>원주시</c:v>
              </c:pt>
            </c:strLit>
          </c:cat>
          <c:val>
            <c:numLit>
              <c:formatCode>0.0"%"</c:formatCode>
              <c:ptCount val="2"/>
              <c:pt idx="0">
                <c:v>3.78</c:v>
              </c:pt>
              <c:pt idx="1">
                <c:v>3.99</c:v>
              </c:pt>
            </c:numLit>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D8A496-DEB3-40E9-A5EC-CFFF152BEEA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88A9C42-861E-4F53-9EDE-3D35407C18A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95FFE738-905F-4950-BB38-9BB182C5351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370A94E5-440D-46F9-A997-58C123A668A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54b31f42c244f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01C48D-D694-4866-A68B-1FDCD4F17835}"/>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68297F64-8C07-4A9D-9BF3-1805E5819DEC}"/>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A4B87A0C-E223-43F9-ACDC-7783DD41C226}"/>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FF19CAED-CA98-47FE-A266-D4B11DAC2AAD}"/>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1A6A73D6-050D-4C07-A21D-A655CA3DB44E}"/>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747246397"/>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CDB0566-AA77-40D8-B687-76E0D0A7D12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3279933-B766-4FDB-B610-486F40D29D2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3" name="">
            <a:extLst xmlns:a="http://schemas.openxmlformats.org/drawingml/2006/main">
              <a:ext uri="{FF2B5EF4-FFF2-40B4-BE49-F238E27FC236}">
                <a16:creationId xmlns:a16="http://schemas.microsoft.com/office/drawing/2014/main" id="{1635070D-3CF9-43B3-A4C5-FEA291A98AA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SYSTEM</a:t>
            </a:r>
          </a:p>
        </p:txBody>
      </p:sp>
      <p:sp>
        <p:nvSpPr>
          <p:cNvPr id="4" name="">
            <a:extLst xmlns:a="http://schemas.openxmlformats.org/drawingml/2006/main">
              <a:ext uri="{FF2B5EF4-FFF2-40B4-BE49-F238E27FC236}">
                <a16:creationId xmlns:a16="http://schemas.microsoft.com/office/drawing/2014/main" id="{6F8809AA-5522-4C08-AA30-0797179560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38</a:t>
            </a:r>
          </a:p>
        </p:txBody>
      </p:sp>
      <p:sp>
        <p:nvSpPr>
          <p:cNvPr id="5" name="">
            <a:extLst xmlns:a="http://schemas.openxmlformats.org/drawingml/2006/main">
              <a:ext uri="{FF2B5EF4-FFF2-40B4-BE49-F238E27FC236}">
                <a16:creationId xmlns:a16="http://schemas.microsoft.com/office/drawing/2014/main" id="{22D8D8FA-B791-4CE9-B861-50046FE435C9}"/>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6" name="">
            <a:extLst xmlns:a="http://schemas.openxmlformats.org/drawingml/2006/main">
              <a:ext uri="{FF2B5EF4-FFF2-40B4-BE49-F238E27FC236}">
                <a16:creationId xmlns:a16="http://schemas.microsoft.com/office/drawing/2014/main" id="{DD748D73-3FD3-45D6-978D-7F42DB5E79FC}"/>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7" name="">
            <a:extLst xmlns:a="http://schemas.openxmlformats.org/drawingml/2006/main">
              <a:ext uri="{FF2B5EF4-FFF2-40B4-BE49-F238E27FC236}">
                <a16:creationId xmlns:a16="http://schemas.microsoft.com/office/drawing/2014/main" id="{620326B4-B398-4F2C-AF01-6506A8612B83}"/>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8" name="">
            <a:extLst xmlns:a="http://schemas.openxmlformats.org/drawingml/2006/main">
              <a:ext uri="{FF2B5EF4-FFF2-40B4-BE49-F238E27FC236}">
                <a16:creationId xmlns:a16="http://schemas.microsoft.com/office/drawing/2014/main" id="{B111E7BD-E7E9-49DF-8438-BDBF317083CE}"/>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5295DD-A980-4967-A99E-1C66B43E7333}"/>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10" name="">
            <a:extLst xmlns:a="http://schemas.openxmlformats.org/drawingml/2006/main">
              <a:ext uri="{FF2B5EF4-FFF2-40B4-BE49-F238E27FC236}">
                <a16:creationId xmlns:a16="http://schemas.microsoft.com/office/drawing/2014/main" id="{79EE6CBD-1E43-4D56-9BAA-ACED10B78FF4}"/>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지역/지표/소비 · 기획 입력</a:t>
            </a:r>
          </a:p>
        </p:txBody>
      </p:sp>
      <p:sp>
        <p:nvSpPr>
          <p:cNvPr id="11" name="">
            <a:extLst xmlns:a="http://schemas.openxmlformats.org/drawingml/2006/main">
              <a:ext uri="{FF2B5EF4-FFF2-40B4-BE49-F238E27FC236}">
                <a16:creationId xmlns:a16="http://schemas.microsoft.com/office/drawing/2014/main" id="{939F7D9B-F2D1-440F-A8E1-485CC2CE137B}"/>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05–11</a:t>
            </a:r>
          </a:p>
        </p:txBody>
      </p:sp>
      <p:sp>
        <p:nvSpPr>
          <p:cNvPr id="12" name="">
            <a:extLst xmlns:a="http://schemas.openxmlformats.org/drawingml/2006/main">
              <a:ext uri="{FF2B5EF4-FFF2-40B4-BE49-F238E27FC236}">
                <a16:creationId xmlns:a16="http://schemas.microsoft.com/office/drawing/2014/main" id="{BB38CA4B-7CAA-410F-B32F-5A22CD8AFCBC}"/>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125C2C-3B5B-4D0E-B98E-E034656682AF}"/>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4" name="">
            <a:extLst xmlns:a="http://schemas.openxmlformats.org/drawingml/2006/main">
              <a:ext uri="{FF2B5EF4-FFF2-40B4-BE49-F238E27FC236}">
                <a16:creationId xmlns:a16="http://schemas.microsoft.com/office/drawing/2014/main" id="{DC2C78D4-AFFA-46F6-A491-3DB53954AF75}"/>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5" name="">
            <a:extLst xmlns:a="http://schemas.openxmlformats.org/drawingml/2006/main">
              <a:ext uri="{FF2B5EF4-FFF2-40B4-BE49-F238E27FC236}">
                <a16:creationId xmlns:a16="http://schemas.microsoft.com/office/drawing/2014/main" id="{59C4E91F-AAC7-489B-8657-8C8346B40190}"/>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12–14</a:t>
            </a:r>
          </a:p>
        </p:txBody>
      </p:sp>
      <p:sp>
        <p:nvSpPr>
          <p:cNvPr id="16" name="">
            <a:extLst xmlns:a="http://schemas.openxmlformats.org/drawingml/2006/main">
              <a:ext uri="{FF2B5EF4-FFF2-40B4-BE49-F238E27FC236}">
                <a16:creationId xmlns:a16="http://schemas.microsoft.com/office/drawing/2014/main" id="{835EDDF0-D682-41D6-828E-9B7C35C0EA3C}"/>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9F643F-7A18-4D38-BABB-675001EC89D7}"/>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8" name="">
            <a:extLst xmlns:a="http://schemas.openxmlformats.org/drawingml/2006/main">
              <a:ext uri="{FF2B5EF4-FFF2-40B4-BE49-F238E27FC236}">
                <a16:creationId xmlns:a16="http://schemas.microsoft.com/office/drawing/2014/main" id="{1EC16638-8C15-4033-B05A-C3FA85C0D7C4}"/>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9" name="">
            <a:extLst xmlns:a="http://schemas.openxmlformats.org/drawingml/2006/main">
              <a:ext uri="{FF2B5EF4-FFF2-40B4-BE49-F238E27FC236}">
                <a16:creationId xmlns:a16="http://schemas.microsoft.com/office/drawing/2014/main" id="{CA5AC911-ECBF-4D2B-9404-018837855BCA}"/>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15–20</a:t>
            </a:r>
          </a:p>
        </p:txBody>
      </p:sp>
      <p:sp>
        <p:nvSpPr>
          <p:cNvPr id="20" name="">
            <a:extLst xmlns:a="http://schemas.openxmlformats.org/drawingml/2006/main">
              <a:ext uri="{FF2B5EF4-FFF2-40B4-BE49-F238E27FC236}">
                <a16:creationId xmlns:a16="http://schemas.microsoft.com/office/drawing/2014/main" id="{C771AE1C-7C75-4E94-AC50-71202706EDE6}"/>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69CCD9-1FC1-4612-8358-849C0EFE1846}"/>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2" name="">
            <a:extLst xmlns:a="http://schemas.openxmlformats.org/drawingml/2006/main">
              <a:ext uri="{FF2B5EF4-FFF2-40B4-BE49-F238E27FC236}">
                <a16:creationId xmlns:a16="http://schemas.microsoft.com/office/drawing/2014/main" id="{9C879A46-1616-4FB3-BE1C-CF2087611BCB}"/>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5개 역할 · 모델 라우팅</a:t>
            </a:r>
          </a:p>
        </p:txBody>
      </p:sp>
      <p:sp>
        <p:nvSpPr>
          <p:cNvPr id="23" name="">
            <a:extLst xmlns:a="http://schemas.openxmlformats.org/drawingml/2006/main">
              <a:ext uri="{FF2B5EF4-FFF2-40B4-BE49-F238E27FC236}">
                <a16:creationId xmlns:a16="http://schemas.microsoft.com/office/drawing/2014/main" id="{6C21BED8-5F5A-471D-8D55-97E8FA42EBCC}"/>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21–28</a:t>
            </a:r>
          </a:p>
        </p:txBody>
      </p:sp>
      <p:sp>
        <p:nvSpPr>
          <p:cNvPr id="24" name="">
            <a:extLst xmlns:a="http://schemas.openxmlformats.org/drawingml/2006/main">
              <a:ext uri="{FF2B5EF4-FFF2-40B4-BE49-F238E27FC236}">
                <a16:creationId xmlns:a16="http://schemas.microsoft.com/office/drawing/2014/main" id="{543DDA4D-DDEF-4884-921C-52FDAE155415}"/>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8018EF5-26A7-4DF7-8D59-5210C1865316}"/>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6" name="">
            <a:extLst xmlns:a="http://schemas.openxmlformats.org/drawingml/2006/main">
              <a:ext uri="{FF2B5EF4-FFF2-40B4-BE49-F238E27FC236}">
                <a16:creationId xmlns:a16="http://schemas.microsoft.com/office/drawing/2014/main" id="{EB62FCCC-8A0E-475B-9841-1EAE858991CD}"/>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KPI · 견적 · 사례 · Word/PPT · 챗봇</a:t>
            </a:r>
          </a:p>
        </p:txBody>
      </p:sp>
      <p:sp>
        <p:nvSpPr>
          <p:cNvPr id="27" name="">
            <a:extLst xmlns:a="http://schemas.openxmlformats.org/drawingml/2006/main">
              <a:ext uri="{FF2B5EF4-FFF2-40B4-BE49-F238E27FC236}">
                <a16:creationId xmlns:a16="http://schemas.microsoft.com/office/drawing/2014/main" id="{D44CDD21-C376-43C6-B586-39568FF19D8C}"/>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29–33</a:t>
            </a:r>
          </a:p>
        </p:txBody>
      </p:sp>
      <p:sp>
        <p:nvSpPr>
          <p:cNvPr id="28" name="">
            <a:extLst xmlns:a="http://schemas.openxmlformats.org/drawingml/2006/main">
              <a:ext uri="{FF2B5EF4-FFF2-40B4-BE49-F238E27FC236}">
                <a16:creationId xmlns:a16="http://schemas.microsoft.com/office/drawing/2014/main" id="{FF135824-8B5A-428E-9E67-53F1E638F90E}"/>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C580B5C-A7E2-401E-860D-3221229A30FF}"/>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검증·운영·시연</a:t>
            </a:r>
          </a:p>
        </p:txBody>
      </p:sp>
      <p:sp>
        <p:nvSpPr>
          <p:cNvPr id="30" name="">
            <a:extLst xmlns:a="http://schemas.openxmlformats.org/drawingml/2006/main">
              <a:ext uri="{FF2B5EF4-FFF2-40B4-BE49-F238E27FC236}">
                <a16:creationId xmlns:a16="http://schemas.microsoft.com/office/drawing/2014/main" id="{C7603FE8-62BE-4FC2-872B-13185BBEF184}"/>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오류 보완 · 운영 · 향후 검증 · Q&amp;A</a:t>
            </a:r>
          </a:p>
        </p:txBody>
      </p:sp>
      <p:sp>
        <p:nvSpPr>
          <p:cNvPr id="31" name="">
            <a:extLst xmlns:a="http://schemas.openxmlformats.org/drawingml/2006/main">
              <a:ext uri="{FF2B5EF4-FFF2-40B4-BE49-F238E27FC236}">
                <a16:creationId xmlns:a16="http://schemas.microsoft.com/office/drawing/2014/main" id="{6DBB6E0A-0889-47D2-A7EC-636A8D10DA9A}"/>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34–38</a:t>
            </a:r>
          </a:p>
        </p:txBody>
      </p:sp>
      <p:sp>
        <p:nvSpPr>
          <p:cNvPr id="32" name="">
            <a:extLst xmlns:a="http://schemas.openxmlformats.org/drawingml/2006/main">
              <a:ext uri="{FF2B5EF4-FFF2-40B4-BE49-F238E27FC236}">
                <a16:creationId xmlns:a16="http://schemas.microsoft.com/office/drawing/2014/main" id="{CA3DC0F1-7798-4D05-A401-C5B1BCF8C40E}"/>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2045413112"/>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EB5607-9D19-48B7-8445-EDF5750BA13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9AD4F20-83ED-486E-8E36-C8EFD57C6A5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3" name="">
            <a:extLst xmlns:a="http://schemas.openxmlformats.org/drawingml/2006/main">
              <a:ext uri="{FF2B5EF4-FFF2-40B4-BE49-F238E27FC236}">
                <a16:creationId xmlns:a16="http://schemas.microsoft.com/office/drawing/2014/main" id="{072D65ED-F44C-418F-800C-C6DC3F36A70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2594EBD4-46C5-43B8-BD86-E18C024EE6F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38</a:t>
            </a:r>
          </a:p>
        </p:txBody>
      </p:sp>
      <p:sp>
        <p:nvSpPr>
          <p:cNvPr id="5" name="">
            <a:extLst xmlns:a="http://schemas.openxmlformats.org/drawingml/2006/main">
              <a:ext uri="{FF2B5EF4-FFF2-40B4-BE49-F238E27FC236}">
                <a16:creationId xmlns:a16="http://schemas.microsoft.com/office/drawing/2014/main" id="{2F2B0492-8B17-4835-9673-5A2DFE5B6AEB}"/>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D0946C00-570B-4B58-B877-390FB23B9B95}"/>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8B6DC8C8-4C84-44A0-8AB8-5C3FE15F8A10}"/>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22DEACF6-0EEC-4303-A057-F4E0601590FD}"/>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2D485E8D-FA58-44A2-A127-3B57496A6C06}"/>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0ADEC39-B9AF-491F-B634-910085D44E45}"/>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F919B46F-FF3D-4599-B884-3A8404B44591}"/>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659524581"/>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F2BFA1-82DD-4DD9-BE80-6DE70B5EFC9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BDE9CA4-3DD0-4D11-A316-69C18955043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3" name="">
            <a:extLst xmlns:a="http://schemas.openxmlformats.org/drawingml/2006/main">
              <a:ext uri="{FF2B5EF4-FFF2-40B4-BE49-F238E27FC236}">
                <a16:creationId xmlns:a16="http://schemas.microsoft.com/office/drawing/2014/main" id="{887FFDB6-FAD0-4DC4-91A8-64294EF19CE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8C813061-3309-4588-AFB8-7B2021D3880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38</a:t>
            </a:r>
          </a:p>
        </p:txBody>
      </p:sp>
      <p:pic>
        <p:nvPicPr>
          <p:cNvPr id="12"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1644b961de444953"/>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757F18-40DE-41F7-B15D-4814A7955BBA}"/>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7" name="">
            <a:extLst xmlns:a="http://schemas.openxmlformats.org/drawingml/2006/main">
              <a:ext uri="{FF2B5EF4-FFF2-40B4-BE49-F238E27FC236}">
                <a16:creationId xmlns:a16="http://schemas.microsoft.com/office/drawing/2014/main" id="{1C54AD04-F947-47FC-8D0A-C0B1B97480A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1442573725"/>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BE35CD-ACC3-456E-8ED9-542D7E39A72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B66EA92-560A-42ED-A775-81A8C7322CF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3" name="">
            <a:extLst xmlns:a="http://schemas.openxmlformats.org/drawingml/2006/main">
              <a:ext uri="{FF2B5EF4-FFF2-40B4-BE49-F238E27FC236}">
                <a16:creationId xmlns:a16="http://schemas.microsoft.com/office/drawing/2014/main" id="{9860E01E-E96A-432F-927C-4043AF22984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E59E963A-A75B-4BAB-ABCC-447481C35EE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531dd594c674077"/>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33294E-AE6D-4229-B452-34EF60295C36}"/>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7" name="">
            <a:extLst xmlns:a="http://schemas.openxmlformats.org/drawingml/2006/main">
              <a:ext uri="{FF2B5EF4-FFF2-40B4-BE49-F238E27FC236}">
                <a16:creationId xmlns:a16="http://schemas.microsoft.com/office/drawing/2014/main" id="{6E94C55B-05B7-4DAC-B1D4-5950C4F7F735}"/>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8" name="">
            <a:extLst xmlns:a="http://schemas.openxmlformats.org/drawingml/2006/main">
              <a:ext uri="{FF2B5EF4-FFF2-40B4-BE49-F238E27FC236}">
                <a16:creationId xmlns:a16="http://schemas.microsoft.com/office/drawing/2014/main" id="{A9B438AE-95D6-4ED8-9ABF-B620F0FB599E}"/>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9" name="">
            <a:extLst xmlns:a="http://schemas.openxmlformats.org/drawingml/2006/main">
              <a:ext uri="{FF2B5EF4-FFF2-40B4-BE49-F238E27FC236}">
                <a16:creationId xmlns:a16="http://schemas.microsoft.com/office/drawing/2014/main" id="{B9FCD83A-9CC8-4B09-A030-A567C03EE3B0}"/>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10" name="">
            <a:extLst xmlns:a="http://schemas.openxmlformats.org/drawingml/2006/main">
              <a:ext uri="{FF2B5EF4-FFF2-40B4-BE49-F238E27FC236}">
                <a16:creationId xmlns:a16="http://schemas.microsoft.com/office/drawing/2014/main" id="{8BF89F29-1444-4E66-9789-53E8C48FFCC5}"/>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1" name="">
            <a:extLst xmlns:a="http://schemas.openxmlformats.org/drawingml/2006/main">
              <a:ext uri="{FF2B5EF4-FFF2-40B4-BE49-F238E27FC236}">
                <a16:creationId xmlns:a16="http://schemas.microsoft.com/office/drawing/2014/main" id="{4382FDFA-C076-4AF0-9906-A84B3D00738D}"/>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2" name="">
            <a:extLst xmlns:a="http://schemas.openxmlformats.org/drawingml/2006/main">
              <a:ext uri="{FF2B5EF4-FFF2-40B4-BE49-F238E27FC236}">
                <a16:creationId xmlns:a16="http://schemas.microsoft.com/office/drawing/2014/main" id="{7C1C49CE-2B61-47D8-BFBF-95ED0F4AD1B4}"/>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3" name="">
            <a:extLst xmlns:a="http://schemas.openxmlformats.org/drawingml/2006/main">
              <a:ext uri="{FF2B5EF4-FFF2-40B4-BE49-F238E27FC236}">
                <a16:creationId xmlns:a16="http://schemas.microsoft.com/office/drawing/2014/main" id="{FF0AB91C-0677-448B-A09E-AA756AE47098}"/>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4" name="">
            <a:extLst xmlns:a="http://schemas.openxmlformats.org/drawingml/2006/main">
              <a:ext uri="{FF2B5EF4-FFF2-40B4-BE49-F238E27FC236}">
                <a16:creationId xmlns:a16="http://schemas.microsoft.com/office/drawing/2014/main" id="{47F44572-E3E4-44C0-BA9F-E0BF2647FF23}"/>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1049588242"/>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79A6D7-2CB4-4274-AAEA-D66E1F238A4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1C8AA76-0CA8-4B65-B196-70960FA4993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지역 선택과 데이터 조회</a:t>
            </a:r>
          </a:p>
        </p:txBody>
      </p:sp>
      <p:sp>
        <p:nvSpPr>
          <p:cNvPr id="3" name="">
            <a:extLst xmlns:a="http://schemas.openxmlformats.org/drawingml/2006/main">
              <a:ext uri="{FF2B5EF4-FFF2-40B4-BE49-F238E27FC236}">
                <a16:creationId xmlns:a16="http://schemas.microsoft.com/office/drawing/2014/main" id="{220ECEE7-0637-42DD-98DE-3D1DAD3086A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E5DD9E4-5BC6-4601-8CD1-5F20D0A1ACA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e3ab7dd900c41c9"/>
          <a:stretch xmlns:a="http://schemas.openxmlformats.org/drawingml/2006/main"/>
        </p:blipFill>
        <p:spPr>
          <a:xfrm xmlns:a="http://schemas.openxmlformats.org/drawingml/2006/main">
            <a:off x="992450" y="1619250"/>
            <a:ext cx="4339699"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B83557-6F08-4816-84D6-B743DEE2D777}"/>
              </a:ext>
            </a:extLst>
          </p:cNvPr>
          <p:cNvSpPr>
            <a:spLocks xmlns:a="http://schemas.openxmlformats.org/drawingml/2006/main" noGrp="1"/>
          </p:cNvSpPr>
          <p:nvPr/>
        </p:nvSpPr>
        <p:spPr>
          <a:xfrm xmlns:a="http://schemas.openxmlformats.org/drawingml/2006/main">
            <a:off x="6343650" y="1743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선택한 지역 코드가 조회 기준</a:t>
            </a:r>
          </a:p>
        </p:txBody>
      </p:sp>
      <p:sp>
        <p:nvSpPr>
          <p:cNvPr id="7" name="">
            <a:extLst xmlns:a="http://schemas.openxmlformats.org/drawingml/2006/main">
              <a:ext uri="{FF2B5EF4-FFF2-40B4-BE49-F238E27FC236}">
                <a16:creationId xmlns:a16="http://schemas.microsoft.com/office/drawing/2014/main" id="{956D16DC-EE3B-4E80-AA2F-7D7F9DC0763F}"/>
              </a:ext>
            </a:extLst>
          </p:cNvPr>
          <p:cNvSpPr>
            <a:spLocks xmlns:a="http://schemas.openxmlformats.org/drawingml/2006/main" noGrp="1"/>
          </p:cNvSpPr>
          <p:nvPr/>
        </p:nvSpPr>
        <p:spPr>
          <a:xfrm xmlns:a="http://schemas.openxmlformats.org/drawingml/2006/main">
            <a:off x="6343650" y="2428875"/>
            <a:ext cx="52197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검색 또는 시도·시군구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selectedCode 변경</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지도 강조 + 지역 API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카드·차트·소비 분포 갱신</a:t>
            </a:r>
          </a:p>
        </p:txBody>
      </p:sp>
      <p:sp>
        <p:nvSpPr>
          <p:cNvPr id="8" name="">
            <a:extLst xmlns:a="http://schemas.openxmlformats.org/drawingml/2006/main">
              <a:ext uri="{FF2B5EF4-FFF2-40B4-BE49-F238E27FC236}">
                <a16:creationId xmlns:a16="http://schemas.microsoft.com/office/drawing/2014/main" id="{1E5B7A30-93A0-4369-A4A7-FC8DB75C884F}"/>
              </a:ext>
            </a:extLst>
          </p:cNvPr>
          <p:cNvSpPr>
            <a:spLocks xmlns:a="http://schemas.openxmlformats.org/drawingml/2006/main" noGrp="1"/>
          </p:cNvSpPr>
          <p:nvPr/>
        </p:nvSpPr>
        <p:spPr>
          <a:xfrm xmlns:a="http://schemas.openxmlformats.org/drawingml/2006/main">
            <a:off x="6343650" y="4295775"/>
            <a:ext cx="523875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6986E6-ABCA-42D2-9222-5B18E020FF3D}"/>
              </a:ext>
            </a:extLst>
          </p:cNvPr>
          <p:cNvSpPr>
            <a:spLocks xmlns:a="http://schemas.openxmlformats.org/drawingml/2006/main" noGrp="1"/>
          </p:cNvSpPr>
          <p:nvPr/>
        </p:nvSpPr>
        <p:spPr>
          <a:xfrm xmlns:a="http://schemas.openxmlformats.org/drawingml/2006/main">
            <a:off x="6343650" y="45910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같은 지역을 다음 화면에서도 사용</a:t>
            </a:r>
          </a:p>
        </p:txBody>
      </p:sp>
      <p:sp>
        <p:nvSpPr>
          <p:cNvPr id="10" name="">
            <a:extLst xmlns:a="http://schemas.openxmlformats.org/drawingml/2006/main">
              <a:ext uri="{FF2B5EF4-FFF2-40B4-BE49-F238E27FC236}">
                <a16:creationId xmlns:a16="http://schemas.microsoft.com/office/drawing/2014/main" id="{ACEE6959-D66C-4A0F-90BB-A72F97607907}"/>
              </a:ext>
            </a:extLst>
          </p:cNvPr>
          <p:cNvSpPr>
            <a:spLocks xmlns:a="http://schemas.openxmlformats.org/drawingml/2006/main" noGrp="1"/>
          </p:cNvSpPr>
          <p:nvPr/>
        </p:nvSpPr>
        <p:spPr>
          <a:xfrm xmlns:a="http://schemas.openxmlformats.org/drawingml/2006/main">
            <a:off x="6343650" y="5038725"/>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브라우저에 코드·지역명을 저장하고</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기획 입력 화면이 다시 읽습니다.</a:t>
            </a:r>
          </a:p>
        </p:txBody>
      </p:sp>
      <p:sp>
        <p:nvSpPr>
          <p:cNvPr id="11" name="">
            <a:extLst xmlns:a="http://schemas.openxmlformats.org/drawingml/2006/main">
              <a:ext uri="{FF2B5EF4-FFF2-40B4-BE49-F238E27FC236}">
                <a16:creationId xmlns:a16="http://schemas.microsoft.com/office/drawing/2014/main" id="{F6AFF5E4-2A1E-4E73-8F52-FBCF14B626A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초록색은 자료·로컬 연결 준비 상태입니다. 실제 생성 성공과 기획 품질은 별도로 확인합니다.</a:t>
            </a:r>
          </a:p>
        </p:txBody>
      </p:sp>
    </p:spTree>
    <p:extLst>
      <p:ext uri="{BB962C8B-B14F-4D97-AF65-F5344CB8AC3E}">
        <p14:creationId xmlns:p14="http://schemas.microsoft.com/office/powerpoint/2010/main" val="120764220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003D5E-A571-4D57-BED1-8EDDECEB8EC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01C11D0-B42D-4BEF-8490-053E04A1AC7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핵심 지표 카드의 읽는 순서</a:t>
            </a:r>
          </a:p>
        </p:txBody>
      </p:sp>
      <p:sp>
        <p:nvSpPr>
          <p:cNvPr id="3" name="">
            <a:extLst xmlns:a="http://schemas.openxmlformats.org/drawingml/2006/main">
              <a:ext uri="{FF2B5EF4-FFF2-40B4-BE49-F238E27FC236}">
                <a16:creationId xmlns:a16="http://schemas.microsoft.com/office/drawing/2014/main" id="{6E270DD0-D630-49E6-B792-D9A09C3053C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35900B01-9F3A-4A77-9B2A-871CA1EF1CA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661d75722044872"/>
          <a:stretch xmlns:a="http://schemas.openxmlformats.org/drawingml/2006/main"/>
        </p:blipFill>
        <p:spPr>
          <a:xfrm xmlns:a="http://schemas.openxmlformats.org/drawingml/2006/main">
            <a:off x="990600" y="1888304"/>
            <a:ext cx="10210800" cy="212889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20A159-529C-4E92-9EE8-EB2656B23EB9}"/>
              </a:ext>
            </a:extLst>
          </p:cNvPr>
          <p:cNvSpPr>
            <a:spLocks xmlns:a="http://schemas.openxmlformats.org/drawingml/2006/main" noGrp="1"/>
          </p:cNvSpPr>
          <p:nvPr/>
        </p:nvSpPr>
        <p:spPr>
          <a:xfrm xmlns:a="http://schemas.openxmlformats.org/drawingml/2006/main">
            <a:off x="533400" y="4381500"/>
            <a:ext cx="5391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먼저 기준월과 비교 대상을 확인</a:t>
            </a:r>
          </a:p>
        </p:txBody>
      </p:sp>
      <p:sp>
        <p:nvSpPr>
          <p:cNvPr id="7" name="">
            <a:extLst xmlns:a="http://schemas.openxmlformats.org/drawingml/2006/main">
              <a:ext uri="{FF2B5EF4-FFF2-40B4-BE49-F238E27FC236}">
                <a16:creationId xmlns:a16="http://schemas.microsoft.com/office/drawing/2014/main" id="{B1E1391F-4EA1-4017-8CBC-66C6331A2686}"/>
              </a:ext>
            </a:extLst>
          </p:cNvPr>
          <p:cNvSpPr>
            <a:spLocks xmlns:a="http://schemas.openxmlformats.org/drawingml/2006/main" noGrp="1"/>
          </p:cNvSpPr>
          <p:nvPr/>
        </p:nvSpPr>
        <p:spPr>
          <a:xfrm xmlns:a="http://schemas.openxmlformats.org/drawingml/2006/main">
            <a:off x="533400" y="4905375"/>
            <a:ext cx="5257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10월 예상 방문자 17,767,384명</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9월 예상 대비 −2.6%</a:t>
            </a:r>
          </a:p>
        </p:txBody>
      </p:sp>
      <p:sp>
        <p:nvSpPr>
          <p:cNvPr id="8" name="">
            <a:extLst xmlns:a="http://schemas.openxmlformats.org/drawingml/2006/main">
              <a:ext uri="{FF2B5EF4-FFF2-40B4-BE49-F238E27FC236}">
                <a16:creationId xmlns:a16="http://schemas.microsoft.com/office/drawing/2014/main" id="{04A797FD-7805-4C23-9CD5-FE4273F14B58}"/>
              </a:ext>
            </a:extLst>
          </p:cNvPr>
          <p:cNvSpPr>
            <a:spLocks xmlns:a="http://schemas.openxmlformats.org/drawingml/2006/main" noGrp="1"/>
          </p:cNvSpPr>
          <p:nvPr/>
        </p:nvSpPr>
        <p:spPr>
          <a:xfrm xmlns:a="http://schemas.openxmlformats.org/drawingml/2006/main">
            <a:off x="6343650" y="4381500"/>
            <a:ext cx="532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서버가 계산한 전망과 변화량</a:t>
            </a:r>
          </a:p>
        </p:txBody>
      </p:sp>
      <p:sp>
        <p:nvSpPr>
          <p:cNvPr id="9" name="">
            <a:extLst xmlns:a="http://schemas.openxmlformats.org/drawingml/2006/main">
              <a:ext uri="{FF2B5EF4-FFF2-40B4-BE49-F238E27FC236}">
                <a16:creationId xmlns:a16="http://schemas.microsoft.com/office/drawing/2014/main" id="{59474ACF-1045-472A-B10B-E2826C5B1B95}"/>
              </a:ext>
            </a:extLst>
          </p:cNvPr>
          <p:cNvSpPr>
            <a:spLocks xmlns:a="http://schemas.openxmlformats.org/drawingml/2006/main" noGrp="1"/>
          </p:cNvSpPr>
          <p:nvPr/>
        </p:nvSpPr>
        <p:spPr>
          <a:xfrm xmlns:a="http://schemas.openxmlformats.org/drawingml/2006/main">
            <a:off x="6343650" y="49053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방문·소비는 증감률(%)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숙박은 평균 일수 차이(일)</a:t>
            </a:r>
          </a:p>
        </p:txBody>
      </p:sp>
      <p:sp>
        <p:nvSpPr>
          <p:cNvPr id="10" name="">
            <a:extLst xmlns:a="http://schemas.openxmlformats.org/drawingml/2006/main">
              <a:ext uri="{FF2B5EF4-FFF2-40B4-BE49-F238E27FC236}">
                <a16:creationId xmlns:a16="http://schemas.microsoft.com/office/drawing/2014/main" id="{154E5D4D-A188-4A04-BEF1-4DF74F51A6A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대시보드의 다음 달 전망은 조회 날짜에 따라 이동합니다. 사업 목표 KPI는 기획안에서 별도로 계산합니다.</a:t>
            </a:r>
          </a:p>
        </p:txBody>
      </p:sp>
    </p:spTree>
    <p:extLst>
      <p:ext uri="{BB962C8B-B14F-4D97-AF65-F5344CB8AC3E}">
        <p14:creationId xmlns:p14="http://schemas.microsoft.com/office/powerpoint/2010/main" val="2054604805"/>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0B37AB-4FA1-4658-A7F6-62631751A1D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89C282F-0DBD-4081-893A-65041F4FB55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관측값과 전망 그래프의 해석</a:t>
            </a:r>
          </a:p>
        </p:txBody>
      </p:sp>
      <p:sp>
        <p:nvSpPr>
          <p:cNvPr id="3" name="">
            <a:extLst xmlns:a="http://schemas.openxmlformats.org/drawingml/2006/main">
              <a:ext uri="{FF2B5EF4-FFF2-40B4-BE49-F238E27FC236}">
                <a16:creationId xmlns:a16="http://schemas.microsoft.com/office/drawing/2014/main" id="{25D3C1DA-C192-4117-8923-E9B4854DED7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FA8E8DD8-2BEB-4920-95DD-7E9B7F5B841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fb60f94b35748ab"/>
          <a:stretch xmlns:a="http://schemas.openxmlformats.org/drawingml/2006/main"/>
        </p:blipFill>
        <p:spPr>
          <a:xfrm xmlns:a="http://schemas.openxmlformats.org/drawingml/2006/main">
            <a:off x="686009" y="1685925"/>
            <a:ext cx="6143207"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11DD7B-4CD3-489A-A9D0-B450FBC8B0FA}"/>
              </a:ext>
            </a:extLst>
          </p:cNvPr>
          <p:cNvSpPr>
            <a:spLocks xmlns:a="http://schemas.openxmlformats.org/drawingml/2006/main" noGrp="1"/>
          </p:cNvSpPr>
          <p:nvPr/>
        </p:nvSpPr>
        <p:spPr>
          <a:xfrm xmlns:a="http://schemas.openxmlformats.org/drawingml/2006/main">
            <a:off x="7581900" y="1714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관측 구간</a:t>
            </a:r>
          </a:p>
        </p:txBody>
      </p:sp>
      <p:sp>
        <p:nvSpPr>
          <p:cNvPr id="7" name="">
            <a:extLst xmlns:a="http://schemas.openxmlformats.org/drawingml/2006/main">
              <a:ext uri="{FF2B5EF4-FFF2-40B4-BE49-F238E27FC236}">
                <a16:creationId xmlns:a16="http://schemas.microsoft.com/office/drawing/2014/main" id="{57CBB99C-9823-4125-9756-E610D53E52F0}"/>
              </a:ext>
            </a:extLst>
          </p:cNvPr>
          <p:cNvSpPr>
            <a:spLocks xmlns:a="http://schemas.openxmlformats.org/drawingml/2006/main" noGrp="1"/>
          </p:cNvSpPr>
          <p:nvPr/>
        </p:nvSpPr>
        <p:spPr>
          <a:xfrm xmlns:a="http://schemas.openxmlformats.org/drawingml/2006/main">
            <a:off x="7581900" y="2200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2026.05–07</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원자료의 최근 확정값</a:t>
            </a:r>
          </a:p>
        </p:txBody>
      </p:sp>
      <p:sp>
        <p:nvSpPr>
          <p:cNvPr id="8" name="">
            <a:extLst xmlns:a="http://schemas.openxmlformats.org/drawingml/2006/main">
              <a:ext uri="{FF2B5EF4-FFF2-40B4-BE49-F238E27FC236}">
                <a16:creationId xmlns:a16="http://schemas.microsoft.com/office/drawing/2014/main" id="{F99A997C-0779-4E16-AC99-8728C8F2804C}"/>
              </a:ext>
            </a:extLst>
          </p:cNvPr>
          <p:cNvSpPr>
            <a:spLocks xmlns:a="http://schemas.openxmlformats.org/drawingml/2006/main" noGrp="1"/>
          </p:cNvSpPr>
          <p:nvPr/>
        </p:nvSpPr>
        <p:spPr>
          <a:xfrm xmlns:a="http://schemas.openxmlformats.org/drawingml/2006/main">
            <a:off x="7581900" y="3238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전망 구간</a:t>
            </a:r>
          </a:p>
        </p:txBody>
      </p:sp>
      <p:sp>
        <p:nvSpPr>
          <p:cNvPr id="9" name="">
            <a:extLst xmlns:a="http://schemas.openxmlformats.org/drawingml/2006/main">
              <a:ext uri="{FF2B5EF4-FFF2-40B4-BE49-F238E27FC236}">
                <a16:creationId xmlns:a16="http://schemas.microsoft.com/office/drawing/2014/main" id="{30FBBCBD-B68D-4573-A94D-047E922EEE61}"/>
              </a:ext>
            </a:extLst>
          </p:cNvPr>
          <p:cNvSpPr>
            <a:spLocks xmlns:a="http://schemas.openxmlformats.org/drawingml/2006/main" noGrp="1"/>
          </p:cNvSpPr>
          <p:nvPr/>
        </p:nvSpPr>
        <p:spPr>
          <a:xfrm xmlns:a="http://schemas.openxmlformats.org/drawingml/2006/main">
            <a:off x="7581900" y="3724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2026.09–11</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모델로 계산한 전망</a:t>
            </a:r>
          </a:p>
        </p:txBody>
      </p:sp>
      <p:sp>
        <p:nvSpPr>
          <p:cNvPr id="10" name="">
            <a:extLst xmlns:a="http://schemas.openxmlformats.org/drawingml/2006/main">
              <a:ext uri="{FF2B5EF4-FFF2-40B4-BE49-F238E27FC236}">
                <a16:creationId xmlns:a16="http://schemas.microsoft.com/office/drawing/2014/main" id="{4F1279E5-B6C7-4936-90F3-A2389FFDE4D6}"/>
              </a:ext>
            </a:extLst>
          </p:cNvPr>
          <p:cNvSpPr>
            <a:spLocks xmlns:a="http://schemas.openxmlformats.org/drawingml/2006/main" noGrp="1"/>
          </p:cNvSpPr>
          <p:nvPr/>
        </p:nvSpPr>
        <p:spPr>
          <a:xfrm xmlns:a="http://schemas.openxmlformats.org/drawingml/2006/main">
            <a:off x="7581900" y="491490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계절 흐름과 규모를 읽고</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기획의 운영 시점을 검토</a:t>
            </a:r>
          </a:p>
        </p:txBody>
      </p:sp>
      <p:sp>
        <p:nvSpPr>
          <p:cNvPr id="11" name="">
            <a:extLst xmlns:a="http://schemas.openxmlformats.org/drawingml/2006/main">
              <a:ext uri="{FF2B5EF4-FFF2-40B4-BE49-F238E27FC236}">
                <a16:creationId xmlns:a16="http://schemas.microsoft.com/office/drawing/2014/main" id="{AA4F2876-84E4-4192-9EC4-255BD278EFD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방문자 수는 왼쪽 축(만 명), 관광소비액은 오른쪽 축(억 원)을 사용합니다.</a:t>
            </a:r>
          </a:p>
        </p:txBody>
      </p:sp>
    </p:spTree>
    <p:extLst>
      <p:ext uri="{BB962C8B-B14F-4D97-AF65-F5344CB8AC3E}">
        <p14:creationId xmlns:p14="http://schemas.microsoft.com/office/powerpoint/2010/main" val="1403046619"/>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CBB1D5-9848-4690-AC58-73E1655E2E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1A9E962-AF11-497D-8D0D-BBB6DFFAE6E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2.5 업종별 소비 분포와 기획 질문</a:t>
            </a:r>
          </a:p>
        </p:txBody>
      </p:sp>
      <p:sp>
        <p:nvSpPr>
          <p:cNvPr id="3" name="">
            <a:extLst xmlns:a="http://schemas.openxmlformats.org/drawingml/2006/main">
              <a:ext uri="{FF2B5EF4-FFF2-40B4-BE49-F238E27FC236}">
                <a16:creationId xmlns:a16="http://schemas.microsoft.com/office/drawing/2014/main" id="{E16DC4F9-49C2-44C9-83C6-7786B30E60E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DBD8B93B-AB70-49FA-89FA-F2C98310D03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6f33bc8f6ae472b"/>
          <a:stretch xmlns:a="http://schemas.openxmlformats.org/drawingml/2006/main"/>
        </p:blipFill>
        <p:spPr>
          <a:xfrm xmlns:a="http://schemas.openxmlformats.org/drawingml/2006/main">
            <a:off x="533400" y="1940255"/>
            <a:ext cx="6524625" cy="34823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BB8B3F-79CE-4F69-B4B4-3310F5EB5F18}"/>
              </a:ext>
            </a:extLst>
          </p:cNvPr>
          <p:cNvSpPr>
            <a:spLocks xmlns:a="http://schemas.openxmlformats.org/drawingml/2006/main" noGrp="1"/>
          </p:cNvSpPr>
          <p:nvPr/>
        </p:nvSpPr>
        <p:spPr>
          <a:xfrm xmlns:a="http://schemas.openxmlformats.org/drawingml/2006/main">
            <a:off x="7562850" y="1743075"/>
            <a:ext cx="4019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예상 업종 금액의 계산</a:t>
            </a:r>
          </a:p>
        </p:txBody>
      </p:sp>
      <p:sp>
        <p:nvSpPr>
          <p:cNvPr id="7" name="">
            <a:extLst xmlns:a="http://schemas.openxmlformats.org/drawingml/2006/main">
              <a:ext uri="{FF2B5EF4-FFF2-40B4-BE49-F238E27FC236}">
                <a16:creationId xmlns:a16="http://schemas.microsoft.com/office/drawing/2014/main" id="{49B25295-D53D-4D19-8340-9F168BA3BC77}"/>
              </a:ext>
            </a:extLst>
          </p:cNvPr>
          <p:cNvSpPr>
            <a:spLocks xmlns:a="http://schemas.openxmlformats.org/drawingml/2006/main" noGrp="1"/>
          </p:cNvSpPr>
          <p:nvPr/>
        </p:nvSpPr>
        <p:spPr>
          <a:xfrm xmlns:a="http://schemas.openxmlformats.org/drawingml/2006/main">
            <a:off x="7562850" y="2305050"/>
            <a:ext cx="4019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3개월 전체 소비 전망 평균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최신 관측 업종 비중</a:t>
            </a:r>
          </a:p>
        </p:txBody>
      </p:sp>
      <p:sp>
        <p:nvSpPr>
          <p:cNvPr id="8" name="">
            <a:extLst xmlns:a="http://schemas.openxmlformats.org/drawingml/2006/main">
              <a:ext uri="{FF2B5EF4-FFF2-40B4-BE49-F238E27FC236}">
                <a16:creationId xmlns:a16="http://schemas.microsoft.com/office/drawing/2014/main" id="{9BFC7D79-C8E3-4127-8976-26BB6BA736FF}"/>
              </a:ext>
            </a:extLst>
          </p:cNvPr>
          <p:cNvSpPr>
            <a:spLocks xmlns:a="http://schemas.openxmlformats.org/drawingml/2006/main" noGrp="1"/>
          </p:cNvSpPr>
          <p:nvPr/>
        </p:nvSpPr>
        <p:spPr>
          <a:xfrm xmlns:a="http://schemas.openxmlformats.org/drawingml/2006/main">
            <a:off x="7562850" y="3438525"/>
            <a:ext cx="4019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식음료업 예시</a:t>
            </a:r>
          </a:p>
        </p:txBody>
      </p:sp>
      <p:sp>
        <p:nvSpPr>
          <p:cNvPr id="9" name="">
            <a:extLst xmlns:a="http://schemas.openxmlformats.org/drawingml/2006/main">
              <a:ext uri="{FF2B5EF4-FFF2-40B4-BE49-F238E27FC236}">
                <a16:creationId xmlns:a16="http://schemas.microsoft.com/office/drawing/2014/main" id="{528243AA-ADF8-4F0B-A0DD-7A859F6EBA29}"/>
              </a:ext>
            </a:extLst>
          </p:cNvPr>
          <p:cNvSpPr>
            <a:spLocks xmlns:a="http://schemas.openxmlformats.org/drawingml/2006/main" noGrp="1"/>
          </p:cNvSpPr>
          <p:nvPr/>
        </p:nvSpPr>
        <p:spPr>
          <a:xfrm xmlns:a="http://schemas.openxmlformats.org/drawingml/2006/main">
            <a:off x="7562850" y="3895725"/>
            <a:ext cx="4019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약 4,953억 원 × 49.1%</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2,432억 원</a:t>
            </a:r>
          </a:p>
        </p:txBody>
      </p:sp>
      <p:sp>
        <p:nvSpPr>
          <p:cNvPr id="10" name="">
            <a:extLst xmlns:a="http://schemas.openxmlformats.org/drawingml/2006/main">
              <a:ext uri="{FF2B5EF4-FFF2-40B4-BE49-F238E27FC236}">
                <a16:creationId xmlns:a16="http://schemas.microsoft.com/office/drawing/2014/main" id="{6CF5C326-698A-4AA5-8215-B43B8C793E6F}"/>
              </a:ext>
            </a:extLst>
          </p:cNvPr>
          <p:cNvSpPr>
            <a:spLocks xmlns:a="http://schemas.openxmlformats.org/drawingml/2006/main" noGrp="1"/>
          </p:cNvSpPr>
          <p:nvPr/>
        </p:nvSpPr>
        <p:spPr>
          <a:xfrm xmlns:a="http://schemas.openxmlformats.org/drawingml/2006/main">
            <a:off x="7562850" y="5019675"/>
            <a:ext cx="4019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“어느 업종과 참여처를</a:t>
            </a:r>
          </a:p>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연결할 것인가?”로 구체화</a:t>
            </a:r>
          </a:p>
        </p:txBody>
      </p:sp>
      <p:sp>
        <p:nvSpPr>
          <p:cNvPr id="11" name="">
            <a:extLst xmlns:a="http://schemas.openxmlformats.org/drawingml/2006/main">
              <a:ext uri="{FF2B5EF4-FFF2-40B4-BE49-F238E27FC236}">
                <a16:creationId xmlns:a16="http://schemas.microsoft.com/office/drawing/2014/main" id="{925B3223-2CCD-469E-8E8D-A4E2ACFE83C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업종별 별도 ML 모델이 아니라 전체 소비 전망에 현재 업종 구성비를 적용한 표시용 가정입니다.</a:t>
            </a:r>
          </a:p>
        </p:txBody>
      </p:sp>
    </p:spTree>
    <p:extLst>
      <p:ext uri="{BB962C8B-B14F-4D97-AF65-F5344CB8AC3E}">
        <p14:creationId xmlns:p14="http://schemas.microsoft.com/office/powerpoint/2010/main" val="2133548204"/>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01804F-7CA1-4206-BA48-225910C91FC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EAED247-08C4-4A8E-B68B-6BD75D156A9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2.6 사업 조건 입력과 초안 생성</a:t>
            </a:r>
          </a:p>
        </p:txBody>
      </p:sp>
      <p:sp>
        <p:nvSpPr>
          <p:cNvPr id="3" name="">
            <a:extLst xmlns:a="http://schemas.openxmlformats.org/drawingml/2006/main">
              <a:ext uri="{FF2B5EF4-FFF2-40B4-BE49-F238E27FC236}">
                <a16:creationId xmlns:a16="http://schemas.microsoft.com/office/drawing/2014/main" id="{FB32BD45-CA0C-4B24-A4A9-D857D3A2209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6173BC4E-840F-4CD9-8F87-143B0FA8429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38</a:t>
            </a:r>
          </a:p>
        </p:txBody>
      </p:sp>
      <p:sp>
        <p:nvSpPr>
          <p:cNvPr id="5" name="">
            <a:extLst xmlns:a="http://schemas.openxmlformats.org/drawingml/2006/main">
              <a:ext uri="{FF2B5EF4-FFF2-40B4-BE49-F238E27FC236}">
                <a16:creationId xmlns:a16="http://schemas.microsoft.com/office/drawing/2014/main" id="{996C6A23-0544-4589-AA5A-50F8085EC324}"/>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1DC21F-FEBF-42D8-B9DA-42996ACA0F9D}"/>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036DC1DD-12A5-4A22-941D-93CCF4E1AFDE}"/>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13B80AFA-F867-49E7-B489-B696F9FF2EE7}"/>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39296E4-D485-40A1-A4BB-C025F2CC028B}"/>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1D7686-9F90-4906-B7E6-8025D07942AD}"/>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9D4FBE89-079A-4161-AC6B-C3804B76E856}"/>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CAC75391-E207-40AE-83B3-194BF87043FC}"/>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7EC53A-A8C4-4C93-856A-CDBA6450EE4E}"/>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1AD781-C78A-4A18-932A-28E3239128CE}"/>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035434FE-1311-4956-9DA9-8A159ED46DB8}"/>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54D1B1DD-86C8-4690-AED3-EE1EC8A61C06}"/>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E44FE61-8F2E-4FD1-8550-CC159B4814DF}"/>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29AAF4-AD12-4296-948E-5AC1DD1D9FA1}"/>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6AFF9D3-8E93-4432-B542-7CB729CD6CB1}"/>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ec9ea5b3d004f3e"/>
          <a:stretch xmlns:a="http://schemas.openxmlformats.org/drawingml/2006/main"/>
        </p:blipFill>
        <p:spPr>
          <a:xfrm xmlns:a="http://schemas.openxmlformats.org/drawingml/2006/main">
            <a:off x="1228725" y="3324225"/>
            <a:ext cx="4267200"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EDE718F-64C8-42E7-A3AD-EF77F9FC507E}"/>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CE3DF906-3EDD-4EE4-8DBA-24AE8B7ACCEC}"/>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86993856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BEC0F1B-76E2-4525-B38F-288D35A22FF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1C3839B-AAA0-4F5A-9DF5-F6949B1F257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2.7 화면의 선택이 기획 근거로 이어지는 과정</a:t>
            </a:r>
          </a:p>
        </p:txBody>
      </p:sp>
      <p:sp>
        <p:nvSpPr>
          <p:cNvPr id="3" name="">
            <a:extLst xmlns:a="http://schemas.openxmlformats.org/drawingml/2006/main">
              <a:ext uri="{FF2B5EF4-FFF2-40B4-BE49-F238E27FC236}">
                <a16:creationId xmlns:a16="http://schemas.microsoft.com/office/drawing/2014/main" id="{3F046460-A6E8-40E9-A174-1DA72DFC465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7C80727-50C1-4A12-B465-971B8657C11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38</a:t>
            </a:r>
          </a:p>
        </p:txBody>
      </p:sp>
      <p:sp>
        <p:nvSpPr>
          <p:cNvPr id="5" name="">
            <a:extLst xmlns:a="http://schemas.openxmlformats.org/drawingml/2006/main">
              <a:ext uri="{FF2B5EF4-FFF2-40B4-BE49-F238E27FC236}">
                <a16:creationId xmlns:a16="http://schemas.microsoft.com/office/drawing/2014/main" id="{1D34DC5E-169E-4B45-8FB3-A9517ACCB07A}"/>
              </a:ext>
            </a:extLst>
          </p:cNvPr>
          <p:cNvSpPr>
            <a:spLocks xmlns:a="http://schemas.openxmlformats.org/drawingml/2006/main" noGrp="1"/>
          </p:cNvSpPr>
          <p:nvPr/>
        </p:nvSpPr>
        <p:spPr>
          <a:xfrm xmlns:a="http://schemas.openxmlformats.org/drawingml/2006/main">
            <a:off x="53340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BC9511-A18D-458E-9378-CBE97771146E}"/>
              </a:ext>
            </a:extLst>
          </p:cNvPr>
          <p:cNvSpPr>
            <a:spLocks xmlns:a="http://schemas.openxmlformats.org/drawingml/2006/main" noGrp="1"/>
          </p:cNvSpPr>
          <p:nvPr/>
        </p:nvSpPr>
        <p:spPr>
          <a:xfrm xmlns:a="http://schemas.openxmlformats.org/drawingml/2006/main">
            <a:off x="7048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대시보드</a:t>
            </a:r>
          </a:p>
        </p:txBody>
      </p:sp>
      <p:sp>
        <p:nvSpPr>
          <p:cNvPr id="7" name="">
            <a:extLst xmlns:a="http://schemas.openxmlformats.org/drawingml/2006/main">
              <a:ext uri="{FF2B5EF4-FFF2-40B4-BE49-F238E27FC236}">
                <a16:creationId xmlns:a16="http://schemas.microsoft.com/office/drawing/2014/main" id="{2C81684F-D1A2-499F-8539-B1C28C9A9860}"/>
              </a:ext>
            </a:extLst>
          </p:cNvPr>
          <p:cNvSpPr>
            <a:spLocks xmlns:a="http://schemas.openxmlformats.org/drawingml/2006/main" noGrp="1"/>
          </p:cNvSpPr>
          <p:nvPr/>
        </p:nvSpPr>
        <p:spPr>
          <a:xfrm xmlns:a="http://schemas.openxmlformats.org/drawingml/2006/main">
            <a:off x="7048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코드 선택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지표·월별 흐름 확인</a:t>
            </a:r>
          </a:p>
        </p:txBody>
      </p:sp>
      <p:sp>
        <p:nvSpPr>
          <p:cNvPr id="8" name="">
            <a:extLst xmlns:a="http://schemas.openxmlformats.org/drawingml/2006/main">
              <a:ext uri="{FF2B5EF4-FFF2-40B4-BE49-F238E27FC236}">
                <a16:creationId xmlns:a16="http://schemas.microsoft.com/office/drawing/2014/main" id="{32CFD5C2-45DA-426E-9F7B-2794C4560B71}"/>
              </a:ext>
            </a:extLst>
          </p:cNvPr>
          <p:cNvSpPr>
            <a:spLocks xmlns:a="http://schemas.openxmlformats.org/drawingml/2006/main" noGrp="1"/>
          </p:cNvSpPr>
          <p:nvPr/>
        </p:nvSpPr>
        <p:spPr>
          <a:xfrm xmlns:a="http://schemas.openxmlformats.org/drawingml/2006/main">
            <a:off x="31718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63234F-5AE1-468B-A742-CEB9219106CC}"/>
              </a:ext>
            </a:extLst>
          </p:cNvPr>
          <p:cNvSpPr>
            <a:spLocks xmlns:a="http://schemas.openxmlformats.org/drawingml/2006/main" noGrp="1"/>
          </p:cNvSpPr>
          <p:nvPr/>
        </p:nvSpPr>
        <p:spPr>
          <a:xfrm xmlns:a="http://schemas.openxmlformats.org/drawingml/2006/main">
            <a:off x="33718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26AF8E-D6DC-4140-AF50-A3F8B72ED9AB}"/>
              </a:ext>
            </a:extLst>
          </p:cNvPr>
          <p:cNvSpPr>
            <a:spLocks xmlns:a="http://schemas.openxmlformats.org/drawingml/2006/main" noGrp="1"/>
          </p:cNvSpPr>
          <p:nvPr/>
        </p:nvSpPr>
        <p:spPr>
          <a:xfrm xmlns:a="http://schemas.openxmlformats.org/drawingml/2006/main">
            <a:off x="35433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입력</a:t>
            </a:r>
          </a:p>
        </p:txBody>
      </p:sp>
      <p:sp>
        <p:nvSpPr>
          <p:cNvPr id="11" name="">
            <a:extLst xmlns:a="http://schemas.openxmlformats.org/drawingml/2006/main">
              <a:ext uri="{FF2B5EF4-FFF2-40B4-BE49-F238E27FC236}">
                <a16:creationId xmlns:a16="http://schemas.microsoft.com/office/drawing/2014/main" id="{2495FA16-8551-4B3D-A46E-F0E8AE01FABA}"/>
              </a:ext>
            </a:extLst>
          </p:cNvPr>
          <p:cNvSpPr>
            <a:spLocks xmlns:a="http://schemas.openxmlformats.org/drawingml/2006/main" noGrp="1"/>
          </p:cNvSpPr>
          <p:nvPr/>
        </p:nvSpPr>
        <p:spPr>
          <a:xfrm xmlns:a="http://schemas.openxmlformats.org/drawingml/2006/main">
            <a:off x="35433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방향·참고 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시범 월·제외 조건</a:t>
            </a:r>
          </a:p>
        </p:txBody>
      </p:sp>
      <p:sp>
        <p:nvSpPr>
          <p:cNvPr id="12" name="">
            <a:extLst xmlns:a="http://schemas.openxmlformats.org/drawingml/2006/main">
              <a:ext uri="{FF2B5EF4-FFF2-40B4-BE49-F238E27FC236}">
                <a16:creationId xmlns:a16="http://schemas.microsoft.com/office/drawing/2014/main" id="{F6293E06-DA92-4740-8D50-36B0F0D8946B}"/>
              </a:ext>
            </a:extLst>
          </p:cNvPr>
          <p:cNvSpPr>
            <a:spLocks xmlns:a="http://schemas.openxmlformats.org/drawingml/2006/main" noGrp="1"/>
          </p:cNvSpPr>
          <p:nvPr/>
        </p:nvSpPr>
        <p:spPr>
          <a:xfrm xmlns:a="http://schemas.openxmlformats.org/drawingml/2006/main">
            <a:off x="601027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075D09-E9FD-4ECD-B58A-CBC9420DB8F6}"/>
              </a:ext>
            </a:extLst>
          </p:cNvPr>
          <p:cNvSpPr>
            <a:spLocks xmlns:a="http://schemas.openxmlformats.org/drawingml/2006/main" noGrp="1"/>
          </p:cNvSpPr>
          <p:nvPr/>
        </p:nvSpPr>
        <p:spPr>
          <a:xfrm xmlns:a="http://schemas.openxmlformats.org/drawingml/2006/main">
            <a:off x="6210300" y="1828800"/>
            <a:ext cx="2609850" cy="1524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34DEF9-92FA-44A1-B8EA-322003CF564C}"/>
              </a:ext>
            </a:extLst>
          </p:cNvPr>
          <p:cNvSpPr>
            <a:spLocks xmlns:a="http://schemas.openxmlformats.org/drawingml/2006/main" noGrp="1"/>
          </p:cNvSpPr>
          <p:nvPr/>
        </p:nvSpPr>
        <p:spPr>
          <a:xfrm xmlns:a="http://schemas.openxmlformats.org/drawingml/2006/main">
            <a:off x="63817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서버 근거 구성</a:t>
            </a:r>
          </a:p>
        </p:txBody>
      </p:sp>
      <p:sp>
        <p:nvSpPr>
          <p:cNvPr id="15" name="">
            <a:extLst xmlns:a="http://schemas.openxmlformats.org/drawingml/2006/main">
              <a:ext uri="{FF2B5EF4-FFF2-40B4-BE49-F238E27FC236}">
                <a16:creationId xmlns:a16="http://schemas.microsoft.com/office/drawing/2014/main" id="{21A21D4A-566C-4519-A10F-57ED0D63F27F}"/>
              </a:ext>
            </a:extLst>
          </p:cNvPr>
          <p:cNvSpPr>
            <a:spLocks xmlns:a="http://schemas.openxmlformats.org/drawingml/2006/main" noGrp="1"/>
          </p:cNvSpPr>
          <p:nvPr/>
        </p:nvSpPr>
        <p:spPr>
          <a:xfrm xmlns:a="http://schemas.openxmlformats.org/drawingml/2006/main">
            <a:off x="63817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관측·ML·공식 사례</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사용자 조건 결합</a:t>
            </a:r>
          </a:p>
        </p:txBody>
      </p:sp>
      <p:sp>
        <p:nvSpPr>
          <p:cNvPr id="16" name="">
            <a:extLst xmlns:a="http://schemas.openxmlformats.org/drawingml/2006/main">
              <a:ext uri="{FF2B5EF4-FFF2-40B4-BE49-F238E27FC236}">
                <a16:creationId xmlns:a16="http://schemas.microsoft.com/office/drawing/2014/main" id="{2642EBFB-5C4B-4FEE-B31E-B92591389B52}"/>
              </a:ext>
            </a:extLst>
          </p:cNvPr>
          <p:cNvSpPr>
            <a:spLocks xmlns:a="http://schemas.openxmlformats.org/drawingml/2006/main" noGrp="1"/>
          </p:cNvSpPr>
          <p:nvPr/>
        </p:nvSpPr>
        <p:spPr>
          <a:xfrm xmlns:a="http://schemas.openxmlformats.org/drawingml/2006/main">
            <a:off x="88487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12553F-789D-4F46-A93E-06D4F80742D0}"/>
              </a:ext>
            </a:extLst>
          </p:cNvPr>
          <p:cNvSpPr>
            <a:spLocks xmlns:a="http://schemas.openxmlformats.org/drawingml/2006/main" noGrp="1"/>
          </p:cNvSpPr>
          <p:nvPr/>
        </p:nvSpPr>
        <p:spPr>
          <a:xfrm xmlns:a="http://schemas.openxmlformats.org/drawingml/2006/main">
            <a:off x="90487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EDA988-6C9B-4644-B6D3-CC4E300A893A}"/>
              </a:ext>
            </a:extLst>
          </p:cNvPr>
          <p:cNvSpPr>
            <a:spLocks xmlns:a="http://schemas.openxmlformats.org/drawingml/2006/main" noGrp="1"/>
          </p:cNvSpPr>
          <p:nvPr/>
        </p:nvSpPr>
        <p:spPr>
          <a:xfrm xmlns:a="http://schemas.openxmlformats.org/drawingml/2006/main">
            <a:off x="92202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기획안·문서</a:t>
            </a:r>
          </a:p>
        </p:txBody>
      </p:sp>
      <p:sp>
        <p:nvSpPr>
          <p:cNvPr id="19" name="">
            <a:extLst xmlns:a="http://schemas.openxmlformats.org/drawingml/2006/main">
              <a:ext uri="{FF2B5EF4-FFF2-40B4-BE49-F238E27FC236}">
                <a16:creationId xmlns:a16="http://schemas.microsoft.com/office/drawing/2014/main" id="{4398E8F0-94D2-4438-AD2C-790AD1A6EF6E}"/>
              </a:ext>
            </a:extLst>
          </p:cNvPr>
          <p:cNvSpPr>
            <a:spLocks xmlns:a="http://schemas.openxmlformats.org/drawingml/2006/main" noGrp="1"/>
          </p:cNvSpPr>
          <p:nvPr/>
        </p:nvSpPr>
        <p:spPr>
          <a:xfrm xmlns:a="http://schemas.openxmlformats.org/drawingml/2006/main">
            <a:off x="92202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비교·본문 작성</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검토·수정·출력</a:t>
            </a:r>
          </a:p>
        </p:txBody>
      </p:sp>
      <p:sp>
        <p:nvSpPr>
          <p:cNvPr id="20" name="">
            <a:extLst xmlns:a="http://schemas.openxmlformats.org/drawingml/2006/main">
              <a:ext uri="{FF2B5EF4-FFF2-40B4-BE49-F238E27FC236}">
                <a16:creationId xmlns:a16="http://schemas.microsoft.com/office/drawing/2014/main" id="{690059A0-E208-417F-9DBE-190B70AB4087}"/>
              </a:ext>
            </a:extLst>
          </p:cNvPr>
          <p:cNvSpPr>
            <a:spLocks xmlns:a="http://schemas.openxmlformats.org/drawingml/2006/main" noGrp="1"/>
          </p:cNvSpPr>
          <p:nvPr/>
        </p:nvSpPr>
        <p:spPr>
          <a:xfrm xmlns:a="http://schemas.openxmlformats.org/drawingml/2006/main">
            <a:off x="533400" y="39147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화면 사이에 유지하는 정보</a:t>
            </a:r>
          </a:p>
        </p:txBody>
      </p:sp>
      <p:sp>
        <p:nvSpPr>
          <p:cNvPr id="21" name="">
            <a:extLst xmlns:a="http://schemas.openxmlformats.org/drawingml/2006/main">
              <a:ext uri="{FF2B5EF4-FFF2-40B4-BE49-F238E27FC236}">
                <a16:creationId xmlns:a16="http://schemas.microsoft.com/office/drawing/2014/main" id="{A75E50A7-57D4-4603-A8A9-44BF169A826F}"/>
              </a:ext>
            </a:extLst>
          </p:cNvPr>
          <p:cNvSpPr>
            <a:spLocks xmlns:a="http://schemas.openxmlformats.org/drawingml/2006/main" noGrp="1"/>
          </p:cNvSpPr>
          <p:nvPr/>
        </p:nvSpPr>
        <p:spPr>
          <a:xfrm xmlns:a="http://schemas.openxmlformats.org/drawingml/2006/main">
            <a:off x="533400" y="4514850"/>
            <a:ext cx="5124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선택 지역 코드·이름</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사용자가 정한 사업 조건</a:t>
            </a:r>
          </a:p>
        </p:txBody>
      </p:sp>
      <p:sp>
        <p:nvSpPr>
          <p:cNvPr id="22" name="">
            <a:extLst xmlns:a="http://schemas.openxmlformats.org/drawingml/2006/main">
              <a:ext uri="{FF2B5EF4-FFF2-40B4-BE49-F238E27FC236}">
                <a16:creationId xmlns:a16="http://schemas.microsoft.com/office/drawing/2014/main" id="{C5AD7A73-38A2-49F5-980C-939F209E382C}"/>
              </a:ext>
            </a:extLst>
          </p:cNvPr>
          <p:cNvSpPr>
            <a:spLocks xmlns:a="http://schemas.openxmlformats.org/drawingml/2006/main" noGrp="1"/>
          </p:cNvSpPr>
          <p:nvPr/>
        </p:nvSpPr>
        <p:spPr>
          <a:xfrm xmlns:a="http://schemas.openxmlformats.org/drawingml/2006/main">
            <a:off x="6343650" y="3914775"/>
            <a:ext cx="531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서버가 다시 확인하는 정보</a:t>
            </a:r>
          </a:p>
        </p:txBody>
      </p:sp>
      <p:sp>
        <p:nvSpPr>
          <p:cNvPr id="23" name="">
            <a:extLst xmlns:a="http://schemas.openxmlformats.org/drawingml/2006/main">
              <a:ext uri="{FF2B5EF4-FFF2-40B4-BE49-F238E27FC236}">
                <a16:creationId xmlns:a16="http://schemas.microsoft.com/office/drawing/2014/main" id="{20997041-92E5-4D9F-8F36-12D3929197D3}"/>
              </a:ext>
            </a:extLst>
          </p:cNvPr>
          <p:cNvSpPr>
            <a:spLocks xmlns:a="http://schemas.openxmlformats.org/drawingml/2006/main" noGrp="1"/>
          </p:cNvSpPr>
          <p:nvPr/>
        </p:nvSpPr>
        <p:spPr>
          <a:xfrm xmlns:a="http://schemas.openxmlformats.org/drawingml/2006/main">
            <a:off x="6343650" y="4514850"/>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해당 지역의 원자료·저장 ML</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공식 출처·모델 연결·입력 조건</a:t>
            </a:r>
          </a:p>
        </p:txBody>
      </p:sp>
      <p:sp>
        <p:nvSpPr>
          <p:cNvPr id="24" name="">
            <a:extLst xmlns:a="http://schemas.openxmlformats.org/drawingml/2006/main">
              <a:ext uri="{FF2B5EF4-FFF2-40B4-BE49-F238E27FC236}">
                <a16:creationId xmlns:a16="http://schemas.microsoft.com/office/drawing/2014/main" id="{B5C78FEF-B81D-4E2B-A83B-E91A37CC137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LLM은 화면 캡처를 해석해 기획하지 않습니다. 서버가 구조화한 사실·전망·사례를 전달받습니다.</a:t>
            </a:r>
          </a:p>
        </p:txBody>
      </p:sp>
    </p:spTree>
    <p:extLst>
      <p:ext uri="{BB962C8B-B14F-4D97-AF65-F5344CB8AC3E}">
        <p14:creationId xmlns:p14="http://schemas.microsoft.com/office/powerpoint/2010/main" val="88422970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8FB44FE-FB33-4819-BAB3-E72ABD1042F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362E43D-50E4-4F19-A6D0-A45318BEA7C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3" name="">
            <a:extLst xmlns:a="http://schemas.openxmlformats.org/drawingml/2006/main">
              <a:ext uri="{FF2B5EF4-FFF2-40B4-BE49-F238E27FC236}">
                <a16:creationId xmlns:a16="http://schemas.microsoft.com/office/drawing/2014/main" id="{21F57C41-8C3F-4476-AB5E-3086DBA834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BB8FAA5E-2310-4E0E-BE47-64B75A14329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38</a:t>
            </a:r>
          </a:p>
        </p:txBody>
      </p:sp>
      <p:sp>
        <p:nvSpPr>
          <p:cNvPr id="5" name="">
            <a:extLst xmlns:a="http://schemas.openxmlformats.org/drawingml/2006/main">
              <a:ext uri="{FF2B5EF4-FFF2-40B4-BE49-F238E27FC236}">
                <a16:creationId xmlns:a16="http://schemas.microsoft.com/office/drawing/2014/main" id="{709C0EF3-1815-44AC-8426-5668E4289125}"/>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B38277-E779-4DF7-A83A-C8AB5A802FA6}"/>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93943C2B-3925-4AB8-9E18-D7479A274301}"/>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78BF36B7-22DF-4765-968F-D7F384DC0FC9}"/>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6B74FB-CEE6-4B8E-AA15-6519B3F536B8}"/>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ECFF966A-259F-41B0-B377-0C19D1B81E79}"/>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EA9BE8D1-92BB-4A95-913C-987F9A131C36}"/>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C9480B9-2E7B-4207-AF9E-6308DBAA1CBD}"/>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093DED13-8204-4882-9AFE-F55B89E2C208}"/>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4933A2FE-4D41-44BB-B6AD-BEF3D12B6F4D}"/>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79E37C-E404-44E8-B405-394DD5B4A008}"/>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32B928-7114-4611-8DB4-FBA8549B7A15}"/>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8DC7985B-8886-443F-9062-7F5066623D31}"/>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FF57B994-EDCA-43C8-880A-5E618308B914}"/>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5D736A-CC1C-48CF-8746-AD1E6EFA23D7}"/>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77FFF856-7161-4A15-9CB3-173D958093EF}"/>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5265A57D-E675-4C8D-A1C1-0E6E207AABEE}"/>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81FEED-A513-4B9B-B0E3-4B068D99F67E}"/>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DD36AA5-3C62-4111-A1F8-736D5945E89C}"/>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9E66AA78-6879-4464-B68B-7AE877CD3FC2}"/>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93E04174-92A4-40E9-B62F-50344B4D9217}"/>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4887A86-73E9-4836-9A22-9EAD4F7DB900}"/>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183E418-4EFA-4B5C-924A-887B5C60D19F}"/>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DCD4BFBF-24C9-4BC3-9AC8-5640E1C225E3}"/>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23B9C212-8E43-4344-B487-F54684832694}"/>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6E9078C-F539-4729-98FC-6F02D968E3D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989439681"/>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E3FA9F-5F05-49BD-AAE6-F769A3F6CFA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F878F40-81EE-439A-824B-705E8F254AE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3" name="">
            <a:extLst xmlns:a="http://schemas.openxmlformats.org/drawingml/2006/main">
              <a:ext uri="{FF2B5EF4-FFF2-40B4-BE49-F238E27FC236}">
                <a16:creationId xmlns:a16="http://schemas.microsoft.com/office/drawing/2014/main" id="{8B090505-C57E-426E-B2FF-AB6FDDA7FDF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B432FD56-A50B-4047-AFB0-F810EB8E1FE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38</a:t>
            </a:r>
          </a:p>
        </p:txBody>
      </p:sp>
      <p:sp>
        <p:nvSpPr>
          <p:cNvPr id="5" name="">
            <a:extLst xmlns:a="http://schemas.openxmlformats.org/drawingml/2006/main">
              <a:ext uri="{FF2B5EF4-FFF2-40B4-BE49-F238E27FC236}">
                <a16:creationId xmlns:a16="http://schemas.microsoft.com/office/drawing/2014/main" id="{9C72EC5A-2506-4DE9-97FD-6D7A2784103F}"/>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26C34045-4573-4D76-8190-C27608E12D9A}"/>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E50AB0B8-26A2-4195-9987-23B37007A83C}"/>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45571027-22B4-47B9-A6A8-32FA66CCDEA3}"/>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58BB4A7-A5CB-417E-925A-2DD01245F84A}"/>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CEE65BD0-DB53-4769-AFF1-9D7DE0C133AB}"/>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1B82E18B-D02F-41C9-960B-28E6761B1ED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367887415"/>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C9D88B-C3D0-48E2-8D1B-0358B3FCB93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C5E82BA-0039-484A-9857-2330749AEF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3" name="">
            <a:extLst xmlns:a="http://schemas.openxmlformats.org/drawingml/2006/main">
              <a:ext uri="{FF2B5EF4-FFF2-40B4-BE49-F238E27FC236}">
                <a16:creationId xmlns:a16="http://schemas.microsoft.com/office/drawing/2014/main" id="{47450136-68C5-4CD4-898F-B443755D50C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F91DF96B-D8D8-4DC5-B999-6067D2DED8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38</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48C3D9C-1D53-4F26-998E-872651ADB9D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569117213"/>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047D130-8B5A-48C4-B6D8-C1CCDA22790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E9FE7BB-B0D6-4C75-A3D8-121C4EB35EA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3" name="">
            <a:extLst xmlns:a="http://schemas.openxmlformats.org/drawingml/2006/main">
              <a:ext uri="{FF2B5EF4-FFF2-40B4-BE49-F238E27FC236}">
                <a16:creationId xmlns:a16="http://schemas.microsoft.com/office/drawing/2014/main" id="{FADD56A4-08C0-46D5-B09B-9F31179DBFB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B22B9F4D-6FBE-4368-920E-EE2833B6433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38</a:t>
            </a:r>
          </a:p>
        </p:txBody>
      </p:sp>
      <p:sp>
        <p:nvSpPr>
          <p:cNvPr id="5" name="">
            <a:extLst xmlns:a="http://schemas.openxmlformats.org/drawingml/2006/main">
              <a:ext uri="{FF2B5EF4-FFF2-40B4-BE49-F238E27FC236}">
                <a16:creationId xmlns:a16="http://schemas.microsoft.com/office/drawing/2014/main" id="{7723A0B7-9804-4787-9446-D001DD44385F}"/>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0598A6-A49C-4F00-A9E0-B1B072144DE5}"/>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96DE51DF-C1CA-4D1B-9AED-4760241DF561}"/>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E8FF78A6-C20D-4056-B517-CE29737BD79A}"/>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95FE73-7994-4DEB-9714-E0847E2888A6}"/>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4FE65D6-4C54-476A-BCF9-E6750B5DBF23}"/>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37BB8364-FA60-4A69-B4DD-72E3E42372CE}"/>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48142E65-E943-4167-B271-23AAF4D2F8F7}"/>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42672F-0531-440A-93B5-CA5848CE75D1}"/>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D129A8-C7DB-48B2-87DA-B861C883508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FBDD5E33-1C25-4BE0-9663-0BDB9E64BF52}"/>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C92A9FAC-1EEE-4C1A-B345-7E9D48957A67}"/>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B109AA-8310-4D47-A988-2C446807C17E}"/>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F8B593C-5E71-4D3E-8354-C51C73EBF2C4}"/>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EA4F2CFD-0D2D-4EC7-9535-585D1898BBB3}"/>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8B4433BD-4A57-4674-A30A-D2AB4B18D47E}"/>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131B80D3-6841-4C8B-9B6A-56D5A1C0EBEE}"/>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C95D953-DC78-4BE6-B5A1-AEF3F6602F32}"/>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A2475C2D-FD24-4B5F-9C1A-BA37B1FA4A33}"/>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17E33569-2175-4A23-A438-A9FF64210ABB}"/>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CB3E135-F63F-438B-B174-8706F459E73C}"/>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2FEDD028-776A-4773-8357-407D98B238A3}"/>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BC2161B9-3D57-4054-A862-E37120B33895}"/>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5101CF1-5D66-4A3D-BFA7-BAC9C2BF65F3}"/>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103067675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9BECDBC-B389-4512-BC5F-06C7138E112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FB0BF85-9F38-4DB6-9E7F-D6BA576693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3" name="">
            <a:extLst xmlns:a="http://schemas.openxmlformats.org/drawingml/2006/main">
              <a:ext uri="{FF2B5EF4-FFF2-40B4-BE49-F238E27FC236}">
                <a16:creationId xmlns:a16="http://schemas.microsoft.com/office/drawing/2014/main" id="{5CADCA9F-BE51-4AE4-A7B7-657DD312A53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640A1D27-DEB0-40D8-8E52-071312468F8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38</a:t>
            </a:r>
          </a:p>
        </p:txBody>
      </p:sp>
      <p:sp>
        <p:nvSpPr>
          <p:cNvPr id="5" name="">
            <a:extLst xmlns:a="http://schemas.openxmlformats.org/drawingml/2006/main">
              <a:ext uri="{FF2B5EF4-FFF2-40B4-BE49-F238E27FC236}">
                <a16:creationId xmlns:a16="http://schemas.microsoft.com/office/drawing/2014/main" id="{BCB03383-4DAC-432E-A634-0282B9C720C9}"/>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211B6A-51C1-4FDF-95BA-0870FF9D1439}"/>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F38B4A31-997E-4718-847B-E8B1DD4C5FFA}"/>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D5F78B63-33E1-4C5D-B1F9-0803D1D2E807}"/>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1D8659-6808-4D89-A4DC-E03C3AABBC12}"/>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48F5111E-621C-43E9-A8AD-32E57ED3DFA1}"/>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C88C60E9-1F46-4BB5-A761-48EDE855B046}"/>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E79000-DFD8-4621-96F4-0F215EE49CD1}"/>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9E12131A-52DF-4AF0-91D0-C35E2B9FC5A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CE092A-6E7C-430C-AC3B-79AFEB43A81A}"/>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5AFA5415-3A2F-401B-A6C1-2A7274736126}"/>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9132AD71-C5FE-436D-84AE-947380EA6239}"/>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BD1BA4-534B-4BFD-9C05-02AF107AC6B8}"/>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9C484C7-4FA9-41D4-8F94-9672E66B0B13}"/>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119BD6D5-B13E-4212-8F0A-D6536402E183}"/>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C22880F6-B0E0-4224-845B-04DC1530A1B5}"/>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603D9DE-5B06-460F-ADC0-67C5990DA514}"/>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93E26EE6-83C4-4253-93E2-3BCFE5801054}"/>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5D8FD133-DF6B-4DB1-8766-593C87EBD698}"/>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C5EEF66-3D02-4ABF-8299-C5D3A6257766}"/>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D8444B2E-166F-44E8-B892-1132B8A5557A}"/>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B4E739EA-E4D6-419D-8869-969404D5D66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2140973911"/>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E7FADA-B486-42E2-AD08-51828E027F0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475FB0B-F834-4B21-9AFC-8BA5F81BE11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3" name="">
            <a:extLst xmlns:a="http://schemas.openxmlformats.org/drawingml/2006/main">
              <a:ext uri="{FF2B5EF4-FFF2-40B4-BE49-F238E27FC236}">
                <a16:creationId xmlns:a16="http://schemas.microsoft.com/office/drawing/2014/main" id="{9FCEA59C-6913-4A52-A44E-B0152F0DA38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694F9F5B-601D-43A6-84B9-BB2169BBB00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38</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C9A576D9-558D-4275-9DAE-E3D520ACD74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2095429913"/>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19BD4B-BC5B-41E2-BB84-E5C1DC7E0D5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8CFD107-B20C-4858-8C04-894D374ACE6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3" name="">
            <a:extLst xmlns:a="http://schemas.openxmlformats.org/drawingml/2006/main">
              <a:ext uri="{FF2B5EF4-FFF2-40B4-BE49-F238E27FC236}">
                <a16:creationId xmlns:a16="http://schemas.microsoft.com/office/drawing/2014/main" id="{7000249C-ADBB-4785-B171-141B5F57963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2CA0FB69-0665-4ADC-AC75-12A02DF0D32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38</a:t>
            </a:r>
          </a:p>
        </p:txBody>
      </p:sp>
      <p:sp>
        <p:nvSpPr>
          <p:cNvPr id="5" name="">
            <a:extLst xmlns:a="http://schemas.openxmlformats.org/drawingml/2006/main">
              <a:ext uri="{FF2B5EF4-FFF2-40B4-BE49-F238E27FC236}">
                <a16:creationId xmlns:a16="http://schemas.microsoft.com/office/drawing/2014/main" id="{E6471178-9954-4440-B28A-771E7988308B}"/>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8AA5C06E-5FC6-4484-BA26-67FD7F6952AF}"/>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10661F-453D-453D-BCE8-D9D7E3CD82B5}"/>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4A280BF1-D239-4258-A149-2C85F8F8A592}"/>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47C566F7-F83F-4841-B1CA-CF3E887FD7DB}"/>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0D3D03-BECA-4493-B525-9A4F9E9E86E8}"/>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DC3BD5-4D60-4C82-9FD9-F0814BB0621C}"/>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2A9E7566-7666-4347-982F-9C5D75E126CB}"/>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79DD805B-B856-4303-A0AB-E4FEF14432B3}"/>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A9CF14-FE02-49D5-88E4-04DA305ECC12}"/>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0A6A5B-9CF4-4C26-B836-B2878A313368}"/>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0B185CAF-7CCB-4419-9CD8-BA5111D755CE}"/>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76354248-6E8E-4489-A0D7-465797C3F3AB}"/>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C287622A-8AD8-4C11-B083-6D3DA5960478}"/>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66F5829B-B8FC-41B7-B466-0A0B38D9591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235496218"/>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A951E-014D-42B3-B0F3-665E1AF816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9ECED17-C23B-4F66-BE49-4E4BD8D73FB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3" name="">
            <a:extLst xmlns:a="http://schemas.openxmlformats.org/drawingml/2006/main">
              <a:ext uri="{FF2B5EF4-FFF2-40B4-BE49-F238E27FC236}">
                <a16:creationId xmlns:a16="http://schemas.microsoft.com/office/drawing/2014/main" id="{B9558438-D13F-400F-A0A8-95AEA1BE576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B3FBD9F9-BA12-4E76-8F61-BB292280A1C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38</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38647fcfeb544bdb"/>
          </a:graphicData>
        </a:graphic>
      </p:graphicFrame>
      <p:sp>
        <p:nvSpPr>
          <p:cNvPr id="6" name="">
            <a:extLst xmlns:a="http://schemas.openxmlformats.org/drawingml/2006/main">
              <a:ext uri="{FF2B5EF4-FFF2-40B4-BE49-F238E27FC236}">
                <a16:creationId xmlns:a16="http://schemas.microsoft.com/office/drawing/2014/main" id="{AD155E9C-C762-4408-8BDC-6E062194DBB9}"/>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86FA1187-B6FB-4C45-9BAE-E3B4324A7704}"/>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12B376B5-F0E8-4022-8FE5-4ADC874A8E0C}"/>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7DE97756-DB23-4A36-9E43-A69C92B12C8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713000233"/>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A9AB7D3-DBB4-4EDD-9931-881AAB1E99F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4D3061E-E3E6-4F0B-925D-DB34B8C8197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3" name="">
            <a:extLst xmlns:a="http://schemas.openxmlformats.org/drawingml/2006/main">
              <a:ext uri="{FF2B5EF4-FFF2-40B4-BE49-F238E27FC236}">
                <a16:creationId xmlns:a16="http://schemas.microsoft.com/office/drawing/2014/main" id="{2C0C2639-7EAC-4BB3-9D93-F8E1F6AEC9B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229B2BFF-0180-4068-9B86-91291F1444B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38</a:t>
            </a:r>
          </a:p>
        </p:txBody>
      </p:sp>
      <p:sp>
        <p:nvSpPr>
          <p:cNvPr id="5" name="">
            <a:extLst xmlns:a="http://schemas.openxmlformats.org/drawingml/2006/main">
              <a:ext uri="{FF2B5EF4-FFF2-40B4-BE49-F238E27FC236}">
                <a16:creationId xmlns:a16="http://schemas.microsoft.com/office/drawing/2014/main" id="{D45A8BC0-D168-467D-9311-0FD7B5FAA368}"/>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27ED7F-70FF-4D05-A09A-31A8C97F7F58}"/>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A9B8B7CF-C3B4-4C7B-9108-33AAF5E53CB1}"/>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F19D6E02-A35E-4F4E-A9DE-856AA3F4069B}"/>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A6BEAA-0C8B-4071-9E61-159E527C27DC}"/>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A4E79D-90A9-4C2B-BE1D-5A0237164301}"/>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58F2DD30-C271-40A6-BC36-19B6901F2F5D}"/>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8F8BDBCC-4CB0-4FBA-9498-50BE7DEB82D9}"/>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06CF30F-702E-46B2-8E53-AA87A5B32CA7}"/>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A49B70-BB48-4A31-A363-2632CB1483AD}"/>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3A412C32-5EA1-4C64-9122-C8AD2ACBFFF7}"/>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E17E7AA4-178E-451D-9F05-AA0645F71AE0}"/>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A862C89-9B29-4130-95A0-2E6E665A864B}"/>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E301257-DB3C-4359-A7F9-7BE72E66C050}"/>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2640C9F5-36AD-4C5B-9A64-D78ED2888060}"/>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4AAE9A49-0C1F-49B7-8A92-8579AA2F4D75}"/>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93422759-09E5-422C-AACC-CD3B6F7612D1}"/>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07C18DE9-2FED-40E2-A430-5BB60242DAC2}"/>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8BD2C936-7B0C-4365-A640-8C77C684C0B7}"/>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03660D7D-22E5-48F2-9016-7A14274CB60B}"/>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457A79D4-B6F3-4E30-A441-867F5712A17D}"/>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AC7F3CCA-D833-4D07-8EA7-9608EB99E3B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94113935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37CB78-29B8-4A17-B54B-FE01857D99D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C4D2AF4-44DE-444D-96BC-037C967ADAD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3" name="">
            <a:extLst xmlns:a="http://schemas.openxmlformats.org/drawingml/2006/main">
              <a:ext uri="{FF2B5EF4-FFF2-40B4-BE49-F238E27FC236}">
                <a16:creationId xmlns:a16="http://schemas.microsoft.com/office/drawing/2014/main" id="{DD767E48-D111-4C12-8D01-D52D1D388DD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ABC0D035-1FE1-403D-9EF1-7BA2336AE39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38</a:t>
            </a:r>
          </a:p>
        </p:txBody>
      </p:sp>
      <p:sp>
        <p:nvSpPr>
          <p:cNvPr id="5" name="">
            <a:extLst xmlns:a="http://schemas.openxmlformats.org/drawingml/2006/main">
              <a:ext uri="{FF2B5EF4-FFF2-40B4-BE49-F238E27FC236}">
                <a16:creationId xmlns:a16="http://schemas.microsoft.com/office/drawing/2014/main" id="{7246ADFE-8ACE-4A2F-9A94-30AB7EBB46CD}"/>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9E2E0961-8A0C-4BE6-B051-F1724698E380}"/>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017D98-64C4-430E-80F2-41CB87E25411}"/>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DE1B789C-D106-4C02-9BA8-E6341F255DAA}"/>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BB385721-4E0A-468A-96B5-62E2D4E56C9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DC0F93-50F9-43E2-A00C-2A1D29967582}"/>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EE4F7153-6457-407F-AF3A-D382AAE805E1}"/>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62BB59-EB4E-41B5-8852-4778A164A81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2068382025"/>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90F2FA-EEC8-44A6-962C-8D43EC8AC60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DD10DB4-AF0E-4A58-B577-87D5C580318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3" name="">
            <a:extLst xmlns:a="http://schemas.openxmlformats.org/drawingml/2006/main">
              <a:ext uri="{FF2B5EF4-FFF2-40B4-BE49-F238E27FC236}">
                <a16:creationId xmlns:a16="http://schemas.microsoft.com/office/drawing/2014/main" id="{C5988EF4-F802-47F1-8E0E-42B8831D391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4913A333-A425-49BA-9985-673F8F5207D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38</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52AC869E-3B94-4CA6-AD55-8E01C60A07C6}"/>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1279257374"/>
      </p:ext>
    </p:extLst>
  </p:cSld>
</p:sld>
</file>

<file path=ppt/slides/slide23.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D4E19FC-E28E-48A3-83C3-78D39B7E507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ECDB07C-AB2D-401A-87E2-C4E5925DD50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3" name="">
            <a:extLst xmlns:a="http://schemas.openxmlformats.org/drawingml/2006/main">
              <a:ext uri="{FF2B5EF4-FFF2-40B4-BE49-F238E27FC236}">
                <a16:creationId xmlns:a16="http://schemas.microsoft.com/office/drawing/2014/main" id="{91916A31-A8C7-45B6-AD22-97685A829E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3E7C02D7-4E13-4E55-8155-08EE58AFF1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23 / 38</a:t>
            </a:r>
          </a:p>
        </p:txBody>
      </p:sp>
      <p:sp>
        <p:nvSpPr>
          <p:cNvPr id="5" name="">
            <a:extLst xmlns:a="http://schemas.openxmlformats.org/drawingml/2006/main">
              <a:ext uri="{FF2B5EF4-FFF2-40B4-BE49-F238E27FC236}">
                <a16:creationId xmlns:a16="http://schemas.microsoft.com/office/drawing/2014/main" id="{01E6BC25-6768-4B31-9856-C56B28698E4F}"/>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1A453C-F52A-4959-BCB0-0954823C8029}"/>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3DF2131B-2892-4CEF-9CB6-3B05127209F9}"/>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F680436F-B35A-4D6E-AEDD-4EBBB7F5C52C}"/>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614090-2FB9-4EED-8B62-34E45B6D1B7A}"/>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75E8CDD1-83A9-4C3B-88B5-73F944B7C2C2}"/>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A688CA27-F456-4FC2-96ED-F64EE02B5550}"/>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8716FE-C7EE-4FF7-A5A5-599BC44F58E9}"/>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A125436-3651-4761-B1BD-0424BE8125DF}"/>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1CA90EB-4839-44DF-8FFB-599188D1BF3A}"/>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2BA92A3D-068E-46B0-9BCB-678A49C47E02}"/>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800049A2-069B-4151-B7D9-0B6C07A1ED67}"/>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F6C4A9-5DB2-4E9C-BE80-F7E0E106639E}"/>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7287BCB0-622E-4E1E-BE06-CC533FE7E494}"/>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548C9F4F-BDE5-4AD4-BA56-C1104DEE4C38}"/>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7CF14D2-5FA5-4C6D-A834-24F574A8F6C5}"/>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657B710C-5D9A-4046-A324-FB0BF0E4F030}"/>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FC4AE236-BED5-405C-B99A-706FF19CDC43}"/>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3858F5-F1BB-43A5-80BD-CEA19E1EF7D1}"/>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C472F4-1E40-41A4-AEDC-AFB943FE16C2}"/>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427567C9-F3D8-4819-B890-DC52928BB923}"/>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8F6F040B-E2E3-4598-8E7E-AFC751E825B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942536990"/>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856F8-8708-460D-80E5-D7C9A2067DC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374D4B1-B362-4FA6-8A47-17A6C204F88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3" name="">
            <a:extLst xmlns:a="http://schemas.openxmlformats.org/drawingml/2006/main">
              <a:ext uri="{FF2B5EF4-FFF2-40B4-BE49-F238E27FC236}">
                <a16:creationId xmlns:a16="http://schemas.microsoft.com/office/drawing/2014/main" id="{17755597-B737-4244-A595-AF749F7B93E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75F97521-6D72-409B-8020-CD77F65CF9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38</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CB8D0FC-2C8D-49C4-84C5-EFDE3AD4E9B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1486278744"/>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8EE69D-4680-4439-814A-3F2B9435CCD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0E0A61-D8A8-496A-8ED2-708E5CB4AF8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3" name="">
            <a:extLst xmlns:a="http://schemas.openxmlformats.org/drawingml/2006/main">
              <a:ext uri="{FF2B5EF4-FFF2-40B4-BE49-F238E27FC236}">
                <a16:creationId xmlns:a16="http://schemas.microsoft.com/office/drawing/2014/main" id="{62516E8F-04D7-4F08-B112-6600CB7B096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8920647-4D59-4367-AFD5-7E8FA8CA36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38</a:t>
            </a:r>
          </a:p>
        </p:txBody>
      </p:sp>
      <p:sp>
        <p:nvSpPr>
          <p:cNvPr id="5" name="">
            <a:extLst xmlns:a="http://schemas.openxmlformats.org/drawingml/2006/main">
              <a:ext uri="{FF2B5EF4-FFF2-40B4-BE49-F238E27FC236}">
                <a16:creationId xmlns:a16="http://schemas.microsoft.com/office/drawing/2014/main" id="{9241CDE8-BE6A-4101-8C4A-FBE54202A14B}"/>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8081E7E2-568F-451E-B735-75EB5573B22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A1F70F-FA64-4923-ADBB-11BA50928679}"/>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1731333B-87BD-4F5A-AC48-70113A494EC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32940B03-C01B-4887-807B-113F0E7D94D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16F38E-F1F1-4A76-8345-4FE2123FA200}"/>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0264AA26-6615-4978-A2B9-02C5FDD4FDF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1065455805"/>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72E3AD-B0B7-47F1-8B39-A00B3FA191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D065464-D0C6-4D6B-8396-9C64B8F5DD4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3" name="">
            <a:extLst xmlns:a="http://schemas.openxmlformats.org/drawingml/2006/main">
              <a:ext uri="{FF2B5EF4-FFF2-40B4-BE49-F238E27FC236}">
                <a16:creationId xmlns:a16="http://schemas.microsoft.com/office/drawing/2014/main" id="{6A94661A-9BEC-40EE-A6AA-E1F3EAAFA93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A585AABF-BBE2-484C-AADE-5880ADD15F0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38</a:t>
            </a:r>
          </a:p>
        </p:txBody>
      </p:sp>
      <p:sp>
        <p:nvSpPr>
          <p:cNvPr id="5" name="">
            <a:extLst xmlns:a="http://schemas.openxmlformats.org/drawingml/2006/main">
              <a:ext uri="{FF2B5EF4-FFF2-40B4-BE49-F238E27FC236}">
                <a16:creationId xmlns:a16="http://schemas.microsoft.com/office/drawing/2014/main" id="{DDBDEB10-DEB5-40C2-8873-DA5A8908B190}"/>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4FA94381-F95B-4B70-96B4-DA29976BD662}"/>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2687CD-1C81-45FC-B95A-8B51128FD80E}"/>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6C1D4FD7-B0F1-4A6D-9D3A-1B0ABC7521C0}"/>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2F0A0EAF-5457-4F99-88BE-282CB93E9BA4}"/>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B3943F-7BFE-4BB0-BCC9-35B6056272DB}"/>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68E82597-CF35-47DB-AA2D-88D128C6B7D4}"/>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2F9614-D4F6-4428-A64F-16467BAA85CE}"/>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7581DD57-F5CD-4DE2-A43F-386C838AFC85}"/>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1F05374C-9C78-46BC-B0E8-999B0BD91B8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338746961"/>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71BE3E-3154-4A59-93C3-C2630695A96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9F51C7F-0CFF-43CE-881C-5EB155A1D8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3" name="">
            <a:extLst xmlns:a="http://schemas.openxmlformats.org/drawingml/2006/main">
              <a:ext uri="{FF2B5EF4-FFF2-40B4-BE49-F238E27FC236}">
                <a16:creationId xmlns:a16="http://schemas.microsoft.com/office/drawing/2014/main" id="{846B783B-45F9-4287-9052-75BB546E9ED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C57DCEDA-478A-4DD7-8387-B3216190C1A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38</a:t>
            </a:r>
          </a:p>
        </p:txBody>
      </p:sp>
      <p:sp>
        <p:nvSpPr>
          <p:cNvPr id="5" name="">
            <a:extLst xmlns:a="http://schemas.openxmlformats.org/drawingml/2006/main">
              <a:ext uri="{FF2B5EF4-FFF2-40B4-BE49-F238E27FC236}">
                <a16:creationId xmlns:a16="http://schemas.microsoft.com/office/drawing/2014/main" id="{E7EE22A4-5F55-449E-9AA2-11AEA5EE181B}"/>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DC1F35-AF24-46A6-8AF6-A5A19DBCF360}"/>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F102B5BE-D144-4FBE-BC9E-B916C4D3E0AE}"/>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C530D73F-8162-4AE7-B6AD-EBE72F899E7F}"/>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019CBE5-AC2A-47E6-A2FE-BE30B6C0CE3F}"/>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4F141076-5C53-44AC-AF19-4417D7652CA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9FB1A251-044E-4855-8C2F-854455F6AA8D}"/>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ECA649-472F-4967-90FB-34865E7DF571}"/>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69B947A3-ECBF-4876-9E42-0DC385F2DA32}"/>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C88644F6-BB7F-4994-9FB7-67B3C63ABC25}"/>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21D53AF-F3F9-4B0D-8470-EB19C3AE2A4E}"/>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2675DB0E-0F9D-4CEA-A019-4B8EE4CEB3F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2121617691"/>
      </p:ext>
    </p:extLst>
  </p:cSld>
</p:sld>
</file>

<file path=ppt/slides/slide2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C8D506-4849-463D-8046-09CDB64F983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9AB640E-FF2B-4196-80F1-E7794837DA0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3" name="">
            <a:extLst xmlns:a="http://schemas.openxmlformats.org/drawingml/2006/main">
              <a:ext uri="{FF2B5EF4-FFF2-40B4-BE49-F238E27FC236}">
                <a16:creationId xmlns:a16="http://schemas.microsoft.com/office/drawing/2014/main" id="{FCBA4F31-2E40-414D-B2E6-E8FF7C6739D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8CC1FD90-1D24-43D5-800E-0F49E1F70B0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28 / 38</a:t>
            </a:r>
          </a:p>
        </p:txBody>
      </p:sp>
      <p:sp>
        <p:nvSpPr>
          <p:cNvPr id="5" name="">
            <a:extLst xmlns:a="http://schemas.openxmlformats.org/drawingml/2006/main">
              <a:ext uri="{FF2B5EF4-FFF2-40B4-BE49-F238E27FC236}">
                <a16:creationId xmlns:a16="http://schemas.microsoft.com/office/drawing/2014/main" id="{98E1DF97-C0C6-4ECA-83D9-E8087DF5A58A}"/>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7763EF4D-DD22-402D-A0ED-76F8F28D5791}"/>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F721D744-ADDD-48B5-B524-E15282BC8F43}"/>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34C2EAAB-CD3E-4DC7-AA91-B43B28B748FC}"/>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7193D0A5-83BA-4D31-9F15-005ACBFEF651}"/>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096807F6-EA68-48D0-9BCD-4771131F32DE}"/>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6B0D4B88-BB6E-4B42-82F2-769D351102D0}"/>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49B345B2-AD6F-4E7C-88CF-F2C66B0E3E9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944939539"/>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68E5C7-4791-4F7C-A8A0-0D358841426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95B35C7-D463-4846-85BD-1F884EFEAF0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3" name="">
            <a:extLst xmlns:a="http://schemas.openxmlformats.org/drawingml/2006/main">
              <a:ext uri="{FF2B5EF4-FFF2-40B4-BE49-F238E27FC236}">
                <a16:creationId xmlns:a16="http://schemas.microsoft.com/office/drawing/2014/main" id="{20AC469A-BA39-46EB-B3B3-7CE90797ABD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7A2753BD-05D9-424B-84B2-BBA11FB4FF1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38</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DEA3CA2C-0C2F-487D-BA77-E2C3CB6AD804}"/>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127DAF58-D7E4-4842-8AF5-1F5BDD63865E}"/>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AF713044-3981-43FC-899A-D0682F50A05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46731677"/>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AAAB63-FFCF-4EC3-A67A-02EC73E5069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A3B92B8-A497-487A-843D-4F5AE0DB7E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3" name="">
            <a:extLst xmlns:a="http://schemas.openxmlformats.org/drawingml/2006/main">
              <a:ext uri="{FF2B5EF4-FFF2-40B4-BE49-F238E27FC236}">
                <a16:creationId xmlns:a16="http://schemas.microsoft.com/office/drawing/2014/main" id="{EE374B7D-BED8-4769-8950-B4DD01F1499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00B80211-9DB7-4B80-9F51-55891E4BE65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38</a:t>
            </a:r>
          </a:p>
        </p:txBody>
      </p:sp>
      <p:sp>
        <p:nvSpPr>
          <p:cNvPr id="5" name="">
            <a:extLst xmlns:a="http://schemas.openxmlformats.org/drawingml/2006/main">
              <a:ext uri="{FF2B5EF4-FFF2-40B4-BE49-F238E27FC236}">
                <a16:creationId xmlns:a16="http://schemas.microsoft.com/office/drawing/2014/main" id="{E68FB9E5-2D92-42B6-A642-F64112A0B0B8}"/>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F32D7AC9-B962-4D90-A720-21ECD2D79440}"/>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E8540F72-D2CC-41FA-B53E-F7BC7F4CA66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815982848"/>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B39B8F-FB91-423E-AFD9-5E8F924BA63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BD974B9-F528-4C1E-96ED-51FCE3B4989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3" name="">
            <a:extLst xmlns:a="http://schemas.openxmlformats.org/drawingml/2006/main">
              <a:ext uri="{FF2B5EF4-FFF2-40B4-BE49-F238E27FC236}">
                <a16:creationId xmlns:a16="http://schemas.microsoft.com/office/drawing/2014/main" id="{6AC1B965-6A17-4CFD-9036-DC0EC1539FA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CC5C54C3-60E4-4043-BFCC-398C6249B6E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524388d7dc14072"/>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4822BB-4311-42B6-8679-43E658BEB2A7}"/>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55509846-95AD-47B8-A85E-91AEB473D74B}"/>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E361D5B7-5D20-4991-A4DE-A4400EF88C52}"/>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7B589E43-255C-4CD1-8F75-F0466CBAD6B2}"/>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B6FC030C-2C55-454B-8C08-BE8156D06AD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768859691"/>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76D498-CDFD-4266-BF0C-35B7D2C70B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5C129C-C1A3-4427-8220-1418C62FEB7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같은 데이터로 만드는 PPTX와 Word</a:t>
            </a:r>
          </a:p>
        </p:txBody>
      </p:sp>
      <p:sp>
        <p:nvSpPr>
          <p:cNvPr id="3" name="">
            <a:extLst xmlns:a="http://schemas.openxmlformats.org/drawingml/2006/main">
              <a:ext uri="{FF2B5EF4-FFF2-40B4-BE49-F238E27FC236}">
                <a16:creationId xmlns:a16="http://schemas.microsoft.com/office/drawing/2014/main" id="{C89526B3-C029-4D8E-8B0E-8938EC8A8D2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2195DFC3-404B-4D87-8CBB-FC24F55A61A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38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f61149af3e3448d"/>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e1f55b784745da"/>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7CC47A6-61FB-4C2B-BFC4-87B78EDE1544}"/>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42DF1661-751A-41C8-A4D8-8BCDCA6C165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5092393"/>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3C89B0-ABB9-4C6A-8A3F-F98B2959840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76ECA72-B11D-4717-9330-7EAE405C707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챗봇의 기획안 조정 범위</a:t>
            </a:r>
          </a:p>
        </p:txBody>
      </p:sp>
      <p:sp>
        <p:nvSpPr>
          <p:cNvPr id="3" name="">
            <a:extLst xmlns:a="http://schemas.openxmlformats.org/drawingml/2006/main">
              <a:ext uri="{FF2B5EF4-FFF2-40B4-BE49-F238E27FC236}">
                <a16:creationId xmlns:a16="http://schemas.microsoft.com/office/drawing/2014/main" id="{BC6DF253-D560-43D6-B8CF-02CDA36E6BFA}"/>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55C4D991-491A-4795-AF3C-78FA6BA81A9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38</a:t>
            </a:r>
          </a:p>
        </p:txBody>
      </p:sp>
      <p:sp>
        <p:nvSpPr>
          <p:cNvPr id="5" name="">
            <a:extLst xmlns:a="http://schemas.openxmlformats.org/drawingml/2006/main">
              <a:ext uri="{FF2B5EF4-FFF2-40B4-BE49-F238E27FC236}">
                <a16:creationId xmlns:a16="http://schemas.microsoft.com/office/drawing/2014/main" id="{0AD417B0-9F5E-45D0-BF41-A5F6B0C97160}"/>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13B1F93F-3789-4DDA-B7FF-D7C25A2BD4FA}"/>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ABD1E2-C93F-46E1-AA66-7CE4E3794F06}"/>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5A371BE2-EEB5-442A-B0CD-DF92E46F4B01}"/>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4FB0AA22-8F8A-4CDB-9253-6AC843C74C53}"/>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BFFDB7-42B3-4CEB-90A7-71C8A8B93CCF}"/>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35E853C2-BA11-4418-8940-CEECD4295CBA}"/>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46C491-4347-4524-9A71-DCE52F1F4481}"/>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4EB7ACF3-298E-42C0-8789-D5104FF745C4}"/>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6F4C6182-59FA-416B-A259-B707EFA7303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022258993"/>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333A87-457C-41A9-8AED-BE77B8F8013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DB963BD-0B2D-45B6-A886-2467CE64282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실제 오류를 바탕으로 보완한 부분</a:t>
            </a:r>
          </a:p>
        </p:txBody>
      </p:sp>
      <p:sp>
        <p:nvSpPr>
          <p:cNvPr id="3" name="">
            <a:extLst xmlns:a="http://schemas.openxmlformats.org/drawingml/2006/main">
              <a:ext uri="{FF2B5EF4-FFF2-40B4-BE49-F238E27FC236}">
                <a16:creationId xmlns:a16="http://schemas.microsoft.com/office/drawing/2014/main" id="{4C46FD18-D90C-4E18-A240-2DA8967B4D2A}"/>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B86C50B6-14DF-4053-9304-5B103B00502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38</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7EF57F51-DEB2-45C0-8360-163195C95FE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540843049"/>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9B928E-73CF-4B0F-A6FD-CCB6E6BFA3C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9676E18-1B18-4574-A0FE-971A6884B4A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개발 실행과 운영 보안</a:t>
            </a:r>
          </a:p>
        </p:txBody>
      </p:sp>
      <p:sp>
        <p:nvSpPr>
          <p:cNvPr id="3" name="">
            <a:extLst xmlns:a="http://schemas.openxmlformats.org/drawingml/2006/main">
              <a:ext uri="{FF2B5EF4-FFF2-40B4-BE49-F238E27FC236}">
                <a16:creationId xmlns:a16="http://schemas.microsoft.com/office/drawing/2014/main" id="{CA251880-4846-477C-ABB1-D928926467E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DE264248-E2AF-4AF8-9369-88A132FA3FB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38</a:t>
            </a:r>
          </a:p>
        </p:txBody>
      </p:sp>
      <p:sp>
        <p:nvSpPr>
          <p:cNvPr id="5" name="">
            <a:extLst xmlns:a="http://schemas.openxmlformats.org/drawingml/2006/main">
              <a:ext uri="{FF2B5EF4-FFF2-40B4-BE49-F238E27FC236}">
                <a16:creationId xmlns:a16="http://schemas.microsoft.com/office/drawing/2014/main" id="{EA501C11-1E0C-4E2C-93FC-5B3EE1EEA7D3}"/>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5E171714-F0C4-4578-8709-90E90BFCA4B0}"/>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76A05E-4AD6-4F8E-8157-AC748A676750}"/>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354DFCC3-CABE-4669-A3FA-8B1C3B039498}"/>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AE595633-0D13-4A8B-ACC0-3EFF945AE32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F572A9-E9F8-4802-BF97-86C9D2791024}"/>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6E63C8CB-0974-4DBD-92D6-2566D6C10EE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2143771333"/>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29D2A3-2071-45BE-83F0-39A0AD59D7C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8B1B95D-DF04-4A46-A1BC-46455A51E78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구현 결과와 팀의 설명 자료</a:t>
            </a:r>
          </a:p>
        </p:txBody>
      </p:sp>
      <p:sp>
        <p:nvSpPr>
          <p:cNvPr id="3" name="">
            <a:extLst xmlns:a="http://schemas.openxmlformats.org/drawingml/2006/main">
              <a:ext uri="{FF2B5EF4-FFF2-40B4-BE49-F238E27FC236}">
                <a16:creationId xmlns:a16="http://schemas.microsoft.com/office/drawing/2014/main" id="{5A8F2006-C5ED-4138-B1A1-1E242042E92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9E818C41-BCA4-44F5-B305-6AAEBFC6536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38</a:t>
            </a:r>
          </a:p>
        </p:txBody>
      </p:sp>
      <p:sp>
        <p:nvSpPr>
          <p:cNvPr id="5" name="">
            <a:extLst xmlns:a="http://schemas.openxmlformats.org/drawingml/2006/main">
              <a:ext uri="{FF2B5EF4-FFF2-40B4-BE49-F238E27FC236}">
                <a16:creationId xmlns:a16="http://schemas.microsoft.com/office/drawing/2014/main" id="{711E8F3B-EBAF-4265-AA4A-0723F1FBFF49}"/>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B4272736-DA84-43F3-BD77-DE20FA5B292C}"/>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F565E563-2EB4-4494-9333-D36D37F57D9B}"/>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BB0C27D5-3658-47D6-AD73-D446143B2018}"/>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B9E85259-596D-4F7C-80E6-912D9A86438B}"/>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258C5B6A-3B37-497A-8373-04D4CB99B799}"/>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9148CE4A-7340-4D65-9B18-E17FE2AB7EED}"/>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168CFC-D08E-4E99-94E3-2E3EA635521E}"/>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7633F8BC-281E-47C7-9DD7-B9EA185659AF}"/>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B4E8B634-32CF-40DB-BC55-301FC235DAE5}"/>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F9233653-667F-40A0-8900-E9BF22487A25}"/>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056568257"/>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481BB8-2A93-48A1-A538-4EB469E246C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FA6A158-AFFA-42B3-913E-D2F7807E45B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다음 단계의 검증과 개발 계획</a:t>
            </a:r>
          </a:p>
        </p:txBody>
      </p:sp>
      <p:sp>
        <p:nvSpPr>
          <p:cNvPr id="3" name="">
            <a:extLst xmlns:a="http://schemas.openxmlformats.org/drawingml/2006/main">
              <a:ext uri="{FF2B5EF4-FFF2-40B4-BE49-F238E27FC236}">
                <a16:creationId xmlns:a16="http://schemas.microsoft.com/office/drawing/2014/main" id="{F303B817-AE6F-42ED-8B53-EA5B6AA9728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76C94514-9575-4FC9-8875-E59510AB3A3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38</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4FF6208-6482-4870-8824-4F791BA8871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362770345"/>
      </p:ext>
    </p:extLst>
  </p:cSld>
</p:sld>
</file>

<file path=ppt/slides/slide3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94A0DA-6C8A-4283-A052-194E8AE978F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2671E06-0DAD-4425-9730-F9509260CAB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7.5 시연과 질의응답</a:t>
            </a:r>
          </a:p>
        </p:txBody>
      </p:sp>
      <p:sp>
        <p:nvSpPr>
          <p:cNvPr id="3" name="">
            <a:extLst xmlns:a="http://schemas.openxmlformats.org/drawingml/2006/main">
              <a:ext uri="{FF2B5EF4-FFF2-40B4-BE49-F238E27FC236}">
                <a16:creationId xmlns:a16="http://schemas.microsoft.com/office/drawing/2014/main" id="{AF0A4598-0086-46B2-8859-80DB4DCF927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8B91F2A2-F1BA-48B3-B77B-55298C66DC9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38 / 38</a:t>
            </a:r>
          </a:p>
        </p:txBody>
      </p:sp>
      <p:sp>
        <p:nvSpPr>
          <p:cNvPr id="5" name="">
            <a:extLst xmlns:a="http://schemas.openxmlformats.org/drawingml/2006/main">
              <a:ext uri="{FF2B5EF4-FFF2-40B4-BE49-F238E27FC236}">
                <a16:creationId xmlns:a16="http://schemas.microsoft.com/office/drawing/2014/main" id="{2E614D8A-E4F3-4BCE-ACDF-9CED99B8212C}"/>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EA2312F4-2FC3-480F-8FE9-47B62B5BA633}"/>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54644F87-E9E4-43C7-96CC-2804D3B6A7B0}"/>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6443DA72-16C4-4A11-8CF7-D8734C034394}"/>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0F01E9BE-046A-4660-A0A0-92D69338114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17953381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2026-09-10T20:02:28.4230000Z</dcterms:created>
  <dcterms:modified xsi:type="dcterms:W3CDTF">2026-09-10T20:02:28.4230000Z</dcterms:modified>
</coreProperties>
</file>