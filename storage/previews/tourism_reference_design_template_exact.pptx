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98d3bee5a4b80" /><Relationship Type="http://schemas.openxmlformats.org/officeDocument/2006/relationships/extended-properties" Target="/docProps/app.xml" Id="R688f78b40bb8496e" /><Relationship Type="http://schemas.openxmlformats.org/officeDocument/2006/relationships/officeDocument" Target="/ppt/presentation.xml" Id="Rad29c587603a4d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c02d86b954837"/>
  </p:sldMasterIdLst>
  <p:notesMasterIdLst>
    <p:notesMasterId xmlns:r="http://schemas.openxmlformats.org/officeDocument/2006/relationships" r:id="Ra3e06d9b1b684137"/>
  </p:notesMasterIdLst>
  <p:sldIdLst>
    <p:sldId xmlns:r="http://schemas.openxmlformats.org/officeDocument/2006/relationships" id="256" r:id="Rd53281e01e7944a8"/>
    <p:sldId xmlns:r="http://schemas.openxmlformats.org/officeDocument/2006/relationships" id="257" r:id="Rd4dc11f70c144023"/>
    <p:sldId xmlns:r="http://schemas.openxmlformats.org/officeDocument/2006/relationships" id="258" r:id="R978f7bd001024440"/>
    <p:sldId xmlns:r="http://schemas.openxmlformats.org/officeDocument/2006/relationships" id="259" r:id="Rec020f79bb364650"/>
    <p:sldId xmlns:r="http://schemas.openxmlformats.org/officeDocument/2006/relationships" id="260" r:id="R79e341b4dd144065"/>
    <p:sldId xmlns:r="http://schemas.openxmlformats.org/officeDocument/2006/relationships" id="261" r:id="Re6b5d8a3c5ac43f9"/>
    <p:sldId xmlns:r="http://schemas.openxmlformats.org/officeDocument/2006/relationships" id="262" r:id="Rc0361c2dc4974d0b"/>
    <p:sldId xmlns:r="http://schemas.openxmlformats.org/officeDocument/2006/relationships" id="263" r:id="R837326af51cb4d5c"/>
    <p:sldId xmlns:r="http://schemas.openxmlformats.org/officeDocument/2006/relationships" id="264" r:id="Raeb5554219d24f89"/>
    <p:sldId xmlns:r="http://schemas.openxmlformats.org/officeDocument/2006/relationships" id="265" r:id="Rfdff81c84a434d53"/>
    <p:sldId xmlns:r="http://schemas.openxmlformats.org/officeDocument/2006/relationships" id="266" r:id="Rbd7883c9afef4036"/>
    <p:sldId xmlns:r="http://schemas.openxmlformats.org/officeDocument/2006/relationships" id="267" r:id="R22479049ebb641b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b0dbd41744434" /><Relationship Type="http://schemas.openxmlformats.org/officeDocument/2006/relationships/slideMaster" Target="/ppt/slideMasters/slideMaster1.xml" Id="Rc56c02d86b954837" /><Relationship Type="http://schemas.openxmlformats.org/officeDocument/2006/relationships/notesMaster" Target="/ppt/notesMasters/notesMaster1.xml" Id="Ra3e06d9b1b684137" /><Relationship Type="http://schemas.openxmlformats.org/officeDocument/2006/relationships/presProps" Target="/ppt/presProps.xml" Id="R97c222ac48fb4788" /><Relationship Type="http://schemas.openxmlformats.org/officeDocument/2006/relationships/tableStyles" Target="/ppt/tableStyles.xml" Id="Re94f26835bbb4d96" /><Relationship Type="http://schemas.openxmlformats.org/officeDocument/2006/relationships/slide" Target="/ppt/slides/slide1.xml" Id="Rd53281e01e7944a8" /><Relationship Type="http://schemas.openxmlformats.org/officeDocument/2006/relationships/slide" Target="/ppt/slides/slide2.xml" Id="Rd4dc11f70c144023" /><Relationship Type="http://schemas.openxmlformats.org/officeDocument/2006/relationships/slide" Target="/ppt/slides/slide3.xml" Id="R978f7bd001024440" /><Relationship Type="http://schemas.openxmlformats.org/officeDocument/2006/relationships/slide" Target="/ppt/slides/slide4.xml" Id="Rec020f79bb364650" /><Relationship Type="http://schemas.openxmlformats.org/officeDocument/2006/relationships/slide" Target="/ppt/slides/slide5.xml" Id="R79e341b4dd144065" /><Relationship Type="http://schemas.openxmlformats.org/officeDocument/2006/relationships/slide" Target="/ppt/slides/slide6.xml" Id="Re6b5d8a3c5ac43f9" /><Relationship Type="http://schemas.openxmlformats.org/officeDocument/2006/relationships/slide" Target="/ppt/slides/slide7.xml" Id="Rc0361c2dc4974d0b" /><Relationship Type="http://schemas.openxmlformats.org/officeDocument/2006/relationships/slide" Target="/ppt/slides/slide8.xml" Id="R837326af51cb4d5c" /><Relationship Type="http://schemas.openxmlformats.org/officeDocument/2006/relationships/slide" Target="/ppt/slides/slide9.xml" Id="Raeb5554219d24f89" /><Relationship Type="http://schemas.openxmlformats.org/officeDocument/2006/relationships/slide" Target="/ppt/slides/slide10.xml" Id="Rfdff81c84a434d53" /><Relationship Type="http://schemas.openxmlformats.org/officeDocument/2006/relationships/slide" Target="/ppt/slides/slide11.xml" Id="Rbd7883c9afef4036" /><Relationship Type="http://schemas.openxmlformats.org/officeDocument/2006/relationships/slide" Target="/ppt/slides/slide12.xml" Id="R22479049ebb641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9225c204d47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f39f2f74c443b3" /><Relationship Type="http://schemas.openxmlformats.org/officeDocument/2006/relationships/notesMaster" Target="/ppt/notesMasters/notesMaster1.xml" Id="R62f0d9eefa4748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6de2fedde04877" /><Relationship Type="http://schemas.openxmlformats.org/officeDocument/2006/relationships/notesMaster" Target="/ppt/notesMasters/notesMaster1.xml" Id="Rce6c30004e2346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c1d71d2dd448a" /><Relationship Type="http://schemas.openxmlformats.org/officeDocument/2006/relationships/notesMaster" Target="/ppt/notesMasters/notesMaster1.xml" Id="R5cc7f39f5cf1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69bb832294ded" /><Relationship Type="http://schemas.openxmlformats.org/officeDocument/2006/relationships/notesMaster" Target="/ppt/notesMasters/notesMaster1.xml" Id="R409375f509ea4a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ffb8a4683e4be4" /><Relationship Type="http://schemas.openxmlformats.org/officeDocument/2006/relationships/notesMaster" Target="/ppt/notesMasters/notesMaster1.xml" Id="R79cbd3ff251145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ffabdd9274084" /><Relationship Type="http://schemas.openxmlformats.org/officeDocument/2006/relationships/notesMaster" Target="/ppt/notesMasters/notesMaster1.xml" Id="R863bd927d71749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d63020b27f4a84" /><Relationship Type="http://schemas.openxmlformats.org/officeDocument/2006/relationships/notesMaster" Target="/ppt/notesMasters/notesMaster1.xml" Id="R546d229995e843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2f0f005ed4643" /><Relationship Type="http://schemas.openxmlformats.org/officeDocument/2006/relationships/notesMaster" Target="/ppt/notesMasters/notesMaster1.xml" Id="R74d3df58850c40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bc3cd4a3cb4010" /><Relationship Type="http://schemas.openxmlformats.org/officeDocument/2006/relationships/notesMaster" Target="/ppt/notesMasters/notesMaster1.xml" Id="Rb3732dbbfbc94b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20444d1e1c4173" /><Relationship Type="http://schemas.openxmlformats.org/officeDocument/2006/relationships/notesMaster" Target="/ppt/notesMasters/notesMaster1.xml" Id="R539d89866d5e48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3c93d2ce44f4d" /><Relationship Type="http://schemas.openxmlformats.org/officeDocument/2006/relationships/notesMaster" Target="/ppt/notesMasters/notesMaster1.xml" Id="R2559f74d9f534d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c743f1624845ce" /><Relationship Type="http://schemas.openxmlformats.org/officeDocument/2006/relationships/notesMaster" Target="/ppt/notesMasters/notesMaster1.xml" Id="Rc7b8100e2a9b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C:\Users\Admin\mbca\TP2-3\storage\template_reference_20260901\12.png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817a1004b45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ebdc3212834000" /><Relationship Type="http://schemas.openxmlformats.org/officeDocument/2006/relationships/slideLayout" Target="/ppt/slideLayouts/slideLayout1.xml" Id="Rd0c53de3d5aa48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c53de3d5aa48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ffda85a134daa" /><Relationship Type="http://schemas.openxmlformats.org/officeDocument/2006/relationships/image" Target="/ppt/media/image.png" Id="Rdb74965741dc45e9" /><Relationship Type="http://schemas.openxmlformats.org/officeDocument/2006/relationships/notesSlide" Target="/ppt/notesSlides/notesSlide1.xml" Id="R630ae334c0b142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a4e805d6c4b7b" /><Relationship Type="http://schemas.openxmlformats.org/officeDocument/2006/relationships/image" Target="/ppt/media/image2.png" Id="Rbd17974a891e4b2c" /><Relationship Type="http://schemas.openxmlformats.org/officeDocument/2006/relationships/notesSlide" Target="/ppt/notesSlides/notesSlide2.xml" Id="Red0531e88aff43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8dd2c2543483b" /><Relationship Type="http://schemas.openxmlformats.org/officeDocument/2006/relationships/image" Target="/ppt/media/image3.png" Id="R52d3d55342e5464f" /><Relationship Type="http://schemas.openxmlformats.org/officeDocument/2006/relationships/notesSlide" Target="/ppt/notesSlides/notesSlide3.xml" Id="R5524072d5fc54a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2bc315f5c4789" /><Relationship Type="http://schemas.openxmlformats.org/officeDocument/2006/relationships/image" Target="/ppt/media/image4.png" Id="R64dbb96609fe4c4e" /><Relationship Type="http://schemas.openxmlformats.org/officeDocument/2006/relationships/notesSlide" Target="/ppt/notesSlides/notesSlide4.xml" Id="R78045068fd924e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ce605f00e4d3a" /><Relationship Type="http://schemas.openxmlformats.org/officeDocument/2006/relationships/image" Target="/ppt/media/image5.png" Id="Rc162ba23726740b7" /><Relationship Type="http://schemas.openxmlformats.org/officeDocument/2006/relationships/notesSlide" Target="/ppt/notesSlides/notesSlide5.xml" Id="Rbc4b4a3b50f546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b1a56eec4226" /><Relationship Type="http://schemas.openxmlformats.org/officeDocument/2006/relationships/image" Target="/ppt/media/image6.png" Id="R6796ae7351b748b9" /><Relationship Type="http://schemas.openxmlformats.org/officeDocument/2006/relationships/notesSlide" Target="/ppt/notesSlides/notesSlide6.xml" Id="R3e8fd02053b546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ec7d1c6404912" /><Relationship Type="http://schemas.openxmlformats.org/officeDocument/2006/relationships/image" Target="/ppt/media/image7.png" Id="R79b7199de2e44246" /><Relationship Type="http://schemas.openxmlformats.org/officeDocument/2006/relationships/notesSlide" Target="/ppt/notesSlides/notesSlide7.xml" Id="R23fdd9f3906944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21e095cc4ce2" /><Relationship Type="http://schemas.openxmlformats.org/officeDocument/2006/relationships/image" Target="/ppt/media/image8.png" Id="R36950a6532654115" /><Relationship Type="http://schemas.openxmlformats.org/officeDocument/2006/relationships/notesSlide" Target="/ppt/notesSlides/notesSlide8.xml" Id="R3c2a608d8ca34e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3a2e5262949be" /><Relationship Type="http://schemas.openxmlformats.org/officeDocument/2006/relationships/image" Target="/ppt/media/image9.png" Id="Rf78e1a20eb6245a9" /><Relationship Type="http://schemas.openxmlformats.org/officeDocument/2006/relationships/notesSlide" Target="/ppt/notesSlides/notesSlide9.xml" Id="Rf434a3c798c940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782b1ff444e72" /><Relationship Type="http://schemas.openxmlformats.org/officeDocument/2006/relationships/image" Target="/ppt/media/image10.png" Id="R91646b9b73324b1c" /><Relationship Type="http://schemas.openxmlformats.org/officeDocument/2006/relationships/notesSlide" Target="/ppt/notesSlides/notesSlide10.xml" Id="R19fd841cff5049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de491bce4a26" /><Relationship Type="http://schemas.openxmlformats.org/officeDocument/2006/relationships/image" Target="/ppt/media/image11.png" Id="Rc2949f8c4d494d20" /><Relationship Type="http://schemas.openxmlformats.org/officeDocument/2006/relationships/notesSlide" Target="/ppt/notesSlides/notesSlide11.xml" Id="R61b9a90b32f447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82ef9cf2482b" /><Relationship Type="http://schemas.openxmlformats.org/officeDocument/2006/relationships/image" Target="/ppt/media/image12.png" Id="R9af33bb6506c469e" /><Relationship Type="http://schemas.openxmlformats.org/officeDocument/2006/relationships/notesSlide" Target="/ppt/notesSlides/notesSlide12.xml" Id="Rf72bd8de57674b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4965741dc45e9"/>
          <a:srcRect xmlns:a="http://schemas.openxmlformats.org/drawingml/2006/main" l="0" t="286" r="0" b="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80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7974a891e4b2c"/>
          <a:srcRect xmlns:a="http://schemas.openxmlformats.org/drawingml/2006/main" l="0" t="1355" r="0" b="1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16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3d55342e5464f"/>
          <a:srcRect xmlns:a="http://schemas.openxmlformats.org/drawingml/2006/main" l="0" t="257" r="0" b="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14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bb96609fe4c4e"/>
          <a:srcRect xmlns:a="http://schemas.openxmlformats.org/drawingml/2006/main" l="0" t="292" r="0" b="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55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2ba23726740b7"/>
          <a:srcRect xmlns:a="http://schemas.openxmlformats.org/drawingml/2006/main" l="0" t="54" r="0" b="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99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6ae7351b748b9"/>
          <a:srcRect xmlns:a="http://schemas.openxmlformats.org/drawingml/2006/main" l="0" t="310" r="0" b="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60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199de2e44246"/>
          <a:srcRect xmlns:a="http://schemas.openxmlformats.org/drawingml/2006/main" l="0" t="259" r="0" b="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05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50a6532654115"/>
          <a:srcRect xmlns:a="http://schemas.openxmlformats.org/drawingml/2006/main" l="0" t="119" r="0" b="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293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e1a20eb6245a9"/>
          <a:srcRect xmlns:a="http://schemas.openxmlformats.org/drawingml/2006/main" l="0" t="275" r="0" b="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08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46b9b73324b1c"/>
          <a:srcRect xmlns:a="http://schemas.openxmlformats.org/drawingml/2006/main" l="0" t="337" r="0" b="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78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49f8c4d494d20"/>
          <a:srcRect xmlns:a="http://schemas.openxmlformats.org/drawingml/2006/main" l="0" t="345" r="0" b="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97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reference-slide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33bb6506c469e"/>
          <a:srcRect xmlns:a="http://schemas.openxmlformats.org/drawingml/2006/main" l="235" t="0" r="2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8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2026-09-01T09:16:04.4970000Z</dcterms:created>
  <dcterms:modified xsi:type="dcterms:W3CDTF">2026-09-01T09:16:04.4980000Z</dcterms:modified>
</coreProperties>
</file>